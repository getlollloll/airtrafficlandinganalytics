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26"/>
  </p:notesMasterIdLst>
  <p:handoutMasterIdLst>
    <p:handoutMasterId r:id="rId27"/>
  </p:handoutMasterIdLst>
  <p:sldIdLst>
    <p:sldId id="314" r:id="rId5"/>
    <p:sldId id="333" r:id="rId6"/>
    <p:sldId id="320" r:id="rId7"/>
    <p:sldId id="365" r:id="rId8"/>
    <p:sldId id="369" r:id="rId9"/>
    <p:sldId id="328" r:id="rId10"/>
    <p:sldId id="361" r:id="rId11"/>
    <p:sldId id="368" r:id="rId12"/>
    <p:sldId id="350" r:id="rId13"/>
    <p:sldId id="351" r:id="rId14"/>
    <p:sldId id="352" r:id="rId15"/>
    <p:sldId id="354" r:id="rId16"/>
    <p:sldId id="355" r:id="rId17"/>
    <p:sldId id="356" r:id="rId18"/>
    <p:sldId id="362" r:id="rId19"/>
    <p:sldId id="358" r:id="rId20"/>
    <p:sldId id="363" r:id="rId21"/>
    <p:sldId id="367" r:id="rId22"/>
    <p:sldId id="360" r:id="rId23"/>
    <p:sldId id="364" r:id="rId24"/>
    <p:sldId id="30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039AAA3F-8534-4B0D-978F-6B5F804D8528}">
          <p14:sldIdLst>
            <p14:sldId id="314"/>
            <p14:sldId id="333"/>
            <p14:sldId id="320"/>
            <p14:sldId id="365"/>
            <p14:sldId id="369"/>
            <p14:sldId id="328"/>
            <p14:sldId id="361"/>
            <p14:sldId id="368"/>
            <p14:sldId id="350"/>
            <p14:sldId id="351"/>
            <p14:sldId id="352"/>
            <p14:sldId id="354"/>
            <p14:sldId id="355"/>
            <p14:sldId id="356"/>
            <p14:sldId id="362"/>
            <p14:sldId id="358"/>
            <p14:sldId id="363"/>
            <p14:sldId id="367"/>
            <p14:sldId id="360"/>
            <p14:sldId id="364"/>
            <p14:sldId id="309"/>
          </p14:sldIdLst>
        </p14:section>
      </p14:sectionLst>
    </p:ex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FC3FED-B185-D348-AB93-3AF1B13219F1}" v="22" dt="2025-12-08T15:01:41.1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640"/>
    <p:restoredTop sz="94592"/>
  </p:normalViewPr>
  <p:slideViewPr>
    <p:cSldViewPr snapToGrid="0">
      <p:cViewPr varScale="1">
        <p:scale>
          <a:sx n="91" d="100"/>
          <a:sy n="91" d="100"/>
        </p:scale>
        <p:origin x="1296" y="176"/>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viewProps" Target="view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12/8/25</a:t>
            </a:fld>
            <a:endParaRPr lang="en-US"/>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12/8/25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Add names</a:t>
            </a:r>
            <a:endParaRPr lang="en-US"/>
          </a:p>
        </p:txBody>
      </p:sp>
      <p:sp>
        <p:nvSpPr>
          <p:cNvPr id="4" name="Slide Number Placeholder 3"/>
          <p:cNvSpPr>
            <a:spLocks noGrp="1"/>
          </p:cNvSpPr>
          <p:nvPr>
            <p:ph type="sldNum" sz="quarter" idx="5"/>
          </p:nvPr>
        </p:nvSpPr>
        <p:spPr/>
        <p:txBody>
          <a:bodyPr/>
          <a:lstStyle/>
          <a:p>
            <a:fld id="{D4B9A9E5-4F7F-4A7D-9DE1-899232329269}" type="slidenum">
              <a:rPr lang="en-US" smtClean="0"/>
              <a:t>1</a:t>
            </a:fld>
            <a:endParaRPr lang="en-US"/>
          </a:p>
        </p:txBody>
      </p:sp>
    </p:spTree>
    <p:extLst>
      <p:ext uri="{BB962C8B-B14F-4D97-AF65-F5344CB8AC3E}">
        <p14:creationId xmlns:p14="http://schemas.microsoft.com/office/powerpoint/2010/main" val="2569137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4B9A9E5-4F7F-4A7D-9DE1-899232329269}" type="slidenum">
              <a:rPr lang="en-US" smtClean="0"/>
              <a:t>2</a:t>
            </a:fld>
            <a:endParaRPr lang="en-US"/>
          </a:p>
        </p:txBody>
      </p:sp>
    </p:spTree>
    <p:extLst>
      <p:ext uri="{BB962C8B-B14F-4D97-AF65-F5344CB8AC3E}">
        <p14:creationId xmlns:p14="http://schemas.microsoft.com/office/powerpoint/2010/main" val="37176668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4B9A9E5-4F7F-4A7D-9DE1-899232329269}" type="slidenum">
              <a:rPr lang="en-US" smtClean="0"/>
              <a:t>3</a:t>
            </a:fld>
            <a:endParaRPr lang="en-US"/>
          </a:p>
        </p:txBody>
      </p:sp>
    </p:spTree>
    <p:extLst>
      <p:ext uri="{BB962C8B-B14F-4D97-AF65-F5344CB8AC3E}">
        <p14:creationId xmlns:p14="http://schemas.microsoft.com/office/powerpoint/2010/main" val="35551265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6D7F9-B168-E48E-1531-607C775169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3B39F5-AB0B-D37B-D69A-30EBBED650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D0F2BE-C76F-A571-C66D-C2442128431F}"/>
              </a:ext>
            </a:extLst>
          </p:cNvPr>
          <p:cNvSpPr>
            <a:spLocks noGrp="1"/>
          </p:cNvSpPr>
          <p:nvPr>
            <p:ph type="body" idx="1"/>
          </p:nvPr>
        </p:nvSpPr>
        <p:spPr/>
        <p:txBody>
          <a:bodyPr/>
          <a:lstStyle/>
          <a:p>
            <a:endParaRPr lang="en-US"/>
          </a:p>
          <a:p>
            <a:r>
              <a:rPr lang="en-US"/>
              <a:t>Usage: Scala, with its functional programming capabilities, is used for application development. Spark, built on Scala, excels in processing large datasets in real-time.</a:t>
            </a:r>
          </a:p>
          <a:p>
            <a:r>
              <a:rPr lang="en-US"/>
              <a:t>Usage: </a:t>
            </a:r>
            <a:r>
              <a:rPr lang="en-US" err="1"/>
              <a:t>MLlib</a:t>
            </a:r>
            <a:r>
              <a:rPr lang="en-US"/>
              <a:t> is used to develop machine learning models that form the backbone of the recommendation engine.</a:t>
            </a:r>
          </a:p>
        </p:txBody>
      </p:sp>
      <p:sp>
        <p:nvSpPr>
          <p:cNvPr id="4" name="Slide Number Placeholder 3">
            <a:extLst>
              <a:ext uri="{FF2B5EF4-FFF2-40B4-BE49-F238E27FC236}">
                <a16:creationId xmlns:a16="http://schemas.microsoft.com/office/drawing/2014/main" id="{B77EB50E-A389-6C6D-1F8C-D7A077F0F32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B9A9E5-4F7F-4A7D-9DE1-89923232926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25982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AB08B-EFDA-6A8F-368E-50164D146C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2B93B8-1AAA-14D5-E6D9-670B4CA53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F5B466-2383-A2BF-71ED-87DEC54224D4}"/>
              </a:ext>
            </a:extLst>
          </p:cNvPr>
          <p:cNvSpPr>
            <a:spLocks noGrp="1"/>
          </p:cNvSpPr>
          <p:nvPr>
            <p:ph type="body" idx="1"/>
          </p:nvPr>
        </p:nvSpPr>
        <p:spPr/>
        <p:txBody>
          <a:bodyPr/>
          <a:lstStyle/>
          <a:p>
            <a:endParaRPr lang="en-US"/>
          </a:p>
          <a:p>
            <a:r>
              <a:rPr lang="en-US"/>
              <a:t>Usage: Scala, with its functional programming capabilities, is used for application development. Spark, built on Scala, excels in processing large datasets in real-time.</a:t>
            </a:r>
          </a:p>
          <a:p>
            <a:r>
              <a:rPr lang="en-US"/>
              <a:t>Usage: </a:t>
            </a:r>
            <a:r>
              <a:rPr lang="en-US" err="1"/>
              <a:t>MLlib</a:t>
            </a:r>
            <a:r>
              <a:rPr lang="en-US"/>
              <a:t> is used to develop machine learning models that form the backbone of the recommendation engine.</a:t>
            </a:r>
          </a:p>
        </p:txBody>
      </p:sp>
      <p:sp>
        <p:nvSpPr>
          <p:cNvPr id="4" name="Slide Number Placeholder 3">
            <a:extLst>
              <a:ext uri="{FF2B5EF4-FFF2-40B4-BE49-F238E27FC236}">
                <a16:creationId xmlns:a16="http://schemas.microsoft.com/office/drawing/2014/main" id="{645DED0F-BB22-283F-BA86-97DA56E1B985}"/>
              </a:ext>
            </a:extLst>
          </p:cNvPr>
          <p:cNvSpPr>
            <a:spLocks noGrp="1"/>
          </p:cNvSpPr>
          <p:nvPr>
            <p:ph type="sldNum" sz="quarter" idx="5"/>
          </p:nvPr>
        </p:nvSpPr>
        <p:spPr/>
        <p:txBody>
          <a:bodyPr/>
          <a:lstStyle/>
          <a:p>
            <a:fld id="{D4B9A9E5-4F7F-4A7D-9DE1-899232329269}" type="slidenum">
              <a:rPr lang="en-US" smtClean="0"/>
              <a:t>5</a:t>
            </a:fld>
            <a:endParaRPr lang="en-US"/>
          </a:p>
        </p:txBody>
      </p:sp>
    </p:spTree>
    <p:extLst>
      <p:ext uri="{BB962C8B-B14F-4D97-AF65-F5344CB8AC3E}">
        <p14:creationId xmlns:p14="http://schemas.microsoft.com/office/powerpoint/2010/main" val="489230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Usage: Scala, with its functional programming capabilities, is used for application development. Spark, built on Scala, excels in processing large datasets in real-time.</a:t>
            </a:r>
          </a:p>
          <a:p>
            <a:r>
              <a:rPr lang="en-US"/>
              <a:t>Usage: </a:t>
            </a:r>
            <a:r>
              <a:rPr lang="en-US" err="1"/>
              <a:t>MLlib</a:t>
            </a:r>
            <a:r>
              <a:rPr lang="en-US"/>
              <a:t> is used to develop machine learning models that form the backbone of the recommendation engine.</a:t>
            </a:r>
          </a:p>
        </p:txBody>
      </p:sp>
      <p:sp>
        <p:nvSpPr>
          <p:cNvPr id="4" name="Slide Number Placeholder 3"/>
          <p:cNvSpPr>
            <a:spLocks noGrp="1"/>
          </p:cNvSpPr>
          <p:nvPr>
            <p:ph type="sldNum" sz="quarter" idx="5"/>
          </p:nvPr>
        </p:nvSpPr>
        <p:spPr/>
        <p:txBody>
          <a:bodyPr/>
          <a:lstStyle/>
          <a:p>
            <a:fld id="{D4B9A9E5-4F7F-4A7D-9DE1-899232329269}" type="slidenum">
              <a:rPr lang="en-US" smtClean="0"/>
              <a:t>6</a:t>
            </a:fld>
            <a:endParaRPr lang="en-US"/>
          </a:p>
        </p:txBody>
      </p:sp>
    </p:spTree>
    <p:extLst>
      <p:ext uri="{BB962C8B-B14F-4D97-AF65-F5344CB8AC3E}">
        <p14:creationId xmlns:p14="http://schemas.microsoft.com/office/powerpoint/2010/main" val="892509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DBF0D-1A6A-2BBC-4226-1598691BF8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7D2494-019A-C760-104A-F5205C1BE8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78A6D5-7045-0104-865D-AC94D562AD6F}"/>
              </a:ext>
            </a:extLst>
          </p:cNvPr>
          <p:cNvSpPr>
            <a:spLocks noGrp="1"/>
          </p:cNvSpPr>
          <p:nvPr>
            <p:ph type="body" idx="1"/>
          </p:nvPr>
        </p:nvSpPr>
        <p:spPr/>
        <p:txBody>
          <a:bodyPr/>
          <a:lstStyle/>
          <a:p>
            <a:endParaRPr lang="en-US"/>
          </a:p>
          <a:p>
            <a:r>
              <a:rPr lang="en-US"/>
              <a:t>Usage: Scala, with its functional programming capabilities, is used for application development. Spark, built on Scala, excels in processing large datasets in real-time.</a:t>
            </a:r>
          </a:p>
          <a:p>
            <a:r>
              <a:rPr lang="en-US"/>
              <a:t>Usage: </a:t>
            </a:r>
            <a:r>
              <a:rPr lang="en-US" err="1"/>
              <a:t>MLlib</a:t>
            </a:r>
            <a:r>
              <a:rPr lang="en-US"/>
              <a:t> is used to develop machine learning models that form the backbone of the recommendation engine.</a:t>
            </a:r>
          </a:p>
        </p:txBody>
      </p:sp>
      <p:sp>
        <p:nvSpPr>
          <p:cNvPr id="4" name="Slide Number Placeholder 3">
            <a:extLst>
              <a:ext uri="{FF2B5EF4-FFF2-40B4-BE49-F238E27FC236}">
                <a16:creationId xmlns:a16="http://schemas.microsoft.com/office/drawing/2014/main" id="{70AA3953-EF4B-AA53-541A-121CA3E5DF12}"/>
              </a:ext>
            </a:extLst>
          </p:cNvPr>
          <p:cNvSpPr>
            <a:spLocks noGrp="1"/>
          </p:cNvSpPr>
          <p:nvPr>
            <p:ph type="sldNum" sz="quarter" idx="5"/>
          </p:nvPr>
        </p:nvSpPr>
        <p:spPr/>
        <p:txBody>
          <a:bodyPr/>
          <a:lstStyle/>
          <a:p>
            <a:fld id="{D4B9A9E5-4F7F-4A7D-9DE1-899232329269}" type="slidenum">
              <a:rPr lang="en-US" smtClean="0"/>
              <a:t>7</a:t>
            </a:fld>
            <a:endParaRPr lang="en-US"/>
          </a:p>
        </p:txBody>
      </p:sp>
    </p:spTree>
    <p:extLst>
      <p:ext uri="{BB962C8B-B14F-4D97-AF65-F5344CB8AC3E}">
        <p14:creationId xmlns:p14="http://schemas.microsoft.com/office/powerpoint/2010/main" val="31921234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80132-7A90-CE8D-07A7-F6DD3D98CC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06FC5C-1407-8C22-5A02-BD98EDBC74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0962E1-348A-1BC3-663E-2B01A3FC6912}"/>
              </a:ext>
            </a:extLst>
          </p:cNvPr>
          <p:cNvSpPr>
            <a:spLocks noGrp="1"/>
          </p:cNvSpPr>
          <p:nvPr>
            <p:ph type="body" idx="1"/>
          </p:nvPr>
        </p:nvSpPr>
        <p:spPr/>
        <p:txBody>
          <a:bodyPr/>
          <a:lstStyle/>
          <a:p>
            <a:endParaRPr lang="en-US"/>
          </a:p>
          <a:p>
            <a:r>
              <a:rPr lang="en-US"/>
              <a:t>Usage: Scala, with its functional programming capabilities, is used for application development. Spark, built on Scala, excels in processing large datasets in real-time.</a:t>
            </a:r>
          </a:p>
          <a:p>
            <a:r>
              <a:rPr lang="en-US"/>
              <a:t>Usage: </a:t>
            </a:r>
            <a:r>
              <a:rPr lang="en-US" err="1"/>
              <a:t>MLlib</a:t>
            </a:r>
            <a:r>
              <a:rPr lang="en-US"/>
              <a:t> is used to develop machine learning models that form the backbone of the recommendation engine.</a:t>
            </a:r>
          </a:p>
        </p:txBody>
      </p:sp>
      <p:sp>
        <p:nvSpPr>
          <p:cNvPr id="4" name="Slide Number Placeholder 3">
            <a:extLst>
              <a:ext uri="{FF2B5EF4-FFF2-40B4-BE49-F238E27FC236}">
                <a16:creationId xmlns:a16="http://schemas.microsoft.com/office/drawing/2014/main" id="{650F869E-5FD7-82CF-3BE4-B560AD5E212D}"/>
              </a:ext>
            </a:extLst>
          </p:cNvPr>
          <p:cNvSpPr>
            <a:spLocks noGrp="1"/>
          </p:cNvSpPr>
          <p:nvPr>
            <p:ph type="sldNum" sz="quarter" idx="5"/>
          </p:nvPr>
        </p:nvSpPr>
        <p:spPr/>
        <p:txBody>
          <a:bodyPr/>
          <a:lstStyle/>
          <a:p>
            <a:fld id="{D4B9A9E5-4F7F-4A7D-9DE1-899232329269}" type="slidenum">
              <a:rPr lang="en-US" smtClean="0"/>
              <a:t>8</a:t>
            </a:fld>
            <a:endParaRPr lang="en-US"/>
          </a:p>
        </p:txBody>
      </p:sp>
    </p:spTree>
    <p:extLst>
      <p:ext uri="{BB962C8B-B14F-4D97-AF65-F5344CB8AC3E}">
        <p14:creationId xmlns:p14="http://schemas.microsoft.com/office/powerpoint/2010/main" val="3869537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4632C-71CE-B3A5-6526-BF235C5DAB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9FCB73-D8A0-5623-03A4-4B34A328FD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77C56A-3D8E-A18C-B8D2-CAEC79ED959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4CC6F11-597B-54C3-3722-B25A03FC096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B9A9E5-4F7F-4A7D-9DE1-89923232926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24149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62980-0FF4-DFAB-32D4-D6A47908EA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9037AD-B301-BC8E-590E-8B96E4BB19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308233-F226-19A7-420C-BEB10F5A8887}"/>
              </a:ext>
            </a:extLst>
          </p:cNvPr>
          <p:cNvSpPr>
            <a:spLocks noGrp="1"/>
          </p:cNvSpPr>
          <p:nvPr>
            <p:ph type="body" idx="1"/>
          </p:nvPr>
        </p:nvSpPr>
        <p:spPr/>
        <p:txBody>
          <a:bodyPr/>
          <a:lstStyle/>
          <a:p>
            <a:endParaRPr lang="en-US"/>
          </a:p>
          <a:p>
            <a:r>
              <a:rPr lang="en-US"/>
              <a:t>Usage: Scala, with its functional programming capabilities, is used for application development. Spark, built on Scala, excels in processing large datasets in real-time.</a:t>
            </a:r>
          </a:p>
          <a:p>
            <a:r>
              <a:rPr lang="en-US"/>
              <a:t>Usage: </a:t>
            </a:r>
            <a:r>
              <a:rPr lang="en-US" err="1"/>
              <a:t>MLlib</a:t>
            </a:r>
            <a:r>
              <a:rPr lang="en-US"/>
              <a:t> is used to develop machine learning models that form the backbone of the recommendation engine.</a:t>
            </a:r>
          </a:p>
        </p:txBody>
      </p:sp>
      <p:sp>
        <p:nvSpPr>
          <p:cNvPr id="4" name="Slide Number Placeholder 3">
            <a:extLst>
              <a:ext uri="{FF2B5EF4-FFF2-40B4-BE49-F238E27FC236}">
                <a16:creationId xmlns:a16="http://schemas.microsoft.com/office/drawing/2014/main" id="{5DD72955-EEF4-B7BB-4EE3-7D26495018F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B9A9E5-4F7F-4A7D-9DE1-89923232926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58241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A5D38-FAB6-D83E-BBE1-3A215910DF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7CF0F6-024A-08E3-9304-7F1E9393D7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2D953C-597D-A64B-363D-23B9B2115655}"/>
              </a:ext>
            </a:extLst>
          </p:cNvPr>
          <p:cNvSpPr>
            <a:spLocks noGrp="1"/>
          </p:cNvSpPr>
          <p:nvPr>
            <p:ph type="body" idx="1"/>
          </p:nvPr>
        </p:nvSpPr>
        <p:spPr/>
        <p:txBody>
          <a:bodyPr/>
          <a:lstStyle/>
          <a:p>
            <a:endParaRPr lang="en-US"/>
          </a:p>
          <a:p>
            <a:r>
              <a:rPr lang="en-US"/>
              <a:t>Usage: Scala, with its functional programming capabilities, is used for application development. Spark, built on Scala, excels in processing large datasets in real-time.</a:t>
            </a:r>
          </a:p>
          <a:p>
            <a:r>
              <a:rPr lang="en-US"/>
              <a:t>Usage: </a:t>
            </a:r>
            <a:r>
              <a:rPr lang="en-US" err="1"/>
              <a:t>MLlib</a:t>
            </a:r>
            <a:r>
              <a:rPr lang="en-US"/>
              <a:t> is used to develop machine learning models that form the backbone of the recommendation engine.</a:t>
            </a:r>
          </a:p>
        </p:txBody>
      </p:sp>
      <p:sp>
        <p:nvSpPr>
          <p:cNvPr id="4" name="Slide Number Placeholder 3">
            <a:extLst>
              <a:ext uri="{FF2B5EF4-FFF2-40B4-BE49-F238E27FC236}">
                <a16:creationId xmlns:a16="http://schemas.microsoft.com/office/drawing/2014/main" id="{FEC55447-DC3B-8BE3-B72C-12C42693363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B9A9E5-4F7F-4A7D-9DE1-89923232926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87026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9E1F4-4A58-2DA0-6F81-12CF9036A4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359DFB-2551-4420-9AD2-5F557B5E53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1A671B-22BE-8735-CB5A-CA263470F8AD}"/>
              </a:ext>
            </a:extLst>
          </p:cNvPr>
          <p:cNvSpPr>
            <a:spLocks noGrp="1"/>
          </p:cNvSpPr>
          <p:nvPr>
            <p:ph type="body" idx="1"/>
          </p:nvPr>
        </p:nvSpPr>
        <p:spPr/>
        <p:txBody>
          <a:bodyPr/>
          <a:lstStyle/>
          <a:p>
            <a:endParaRPr lang="en-US"/>
          </a:p>
          <a:p>
            <a:r>
              <a:rPr lang="en-US"/>
              <a:t>Usage: Scala, with its functional programming capabilities, is used for application development. Spark, built on Scala, excels in processing large datasets in real-time.</a:t>
            </a:r>
          </a:p>
          <a:p>
            <a:r>
              <a:rPr lang="en-US"/>
              <a:t>Usage: </a:t>
            </a:r>
            <a:r>
              <a:rPr lang="en-US" err="1"/>
              <a:t>MLlib</a:t>
            </a:r>
            <a:r>
              <a:rPr lang="en-US"/>
              <a:t> is used to develop machine learning models that form the backbone of the recommendation engine.</a:t>
            </a:r>
          </a:p>
        </p:txBody>
      </p:sp>
      <p:sp>
        <p:nvSpPr>
          <p:cNvPr id="4" name="Slide Number Placeholder 3">
            <a:extLst>
              <a:ext uri="{FF2B5EF4-FFF2-40B4-BE49-F238E27FC236}">
                <a16:creationId xmlns:a16="http://schemas.microsoft.com/office/drawing/2014/main" id="{C7142DF3-06E8-3C86-9810-CAC34B67220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B9A9E5-4F7F-4A7D-9DE1-89923232926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5295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00229-B8A9-9FF2-B2E1-C4455E74A8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93D5DC-702A-09D5-E453-CA5A75A08B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852B32-18A2-1CD1-C2C3-E4D28D9DEACA}"/>
              </a:ext>
            </a:extLst>
          </p:cNvPr>
          <p:cNvSpPr>
            <a:spLocks noGrp="1"/>
          </p:cNvSpPr>
          <p:nvPr>
            <p:ph type="body" idx="1"/>
          </p:nvPr>
        </p:nvSpPr>
        <p:spPr/>
        <p:txBody>
          <a:bodyPr/>
          <a:lstStyle/>
          <a:p>
            <a:endParaRPr lang="en-US"/>
          </a:p>
          <a:p>
            <a:r>
              <a:rPr lang="en-US"/>
              <a:t>Usage: Scala, with its functional programming capabilities, is used for application development. Spark, built on Scala, excels in processing large datasets in real-time.</a:t>
            </a:r>
          </a:p>
          <a:p>
            <a:r>
              <a:rPr lang="en-US"/>
              <a:t>Usage: </a:t>
            </a:r>
            <a:r>
              <a:rPr lang="en-US" err="1"/>
              <a:t>MLlib</a:t>
            </a:r>
            <a:r>
              <a:rPr lang="en-US"/>
              <a:t> is used to develop machine learning models that form the backbone of the recommendation engine.</a:t>
            </a:r>
          </a:p>
        </p:txBody>
      </p:sp>
      <p:sp>
        <p:nvSpPr>
          <p:cNvPr id="4" name="Slide Number Placeholder 3">
            <a:extLst>
              <a:ext uri="{FF2B5EF4-FFF2-40B4-BE49-F238E27FC236}">
                <a16:creationId xmlns:a16="http://schemas.microsoft.com/office/drawing/2014/main" id="{888A1809-7EE8-2632-FD79-FDBD165C281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B9A9E5-4F7F-4A7D-9DE1-89923232926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875513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04513-F3F2-BEB5-611A-F0A5E5588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46A48B-1075-C9B6-DC2A-5BEE74A9ED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401AB8-90C5-4FA3-D8CA-8094FE1587B4}"/>
              </a:ext>
            </a:extLst>
          </p:cNvPr>
          <p:cNvSpPr>
            <a:spLocks noGrp="1"/>
          </p:cNvSpPr>
          <p:nvPr>
            <p:ph type="body" idx="1"/>
          </p:nvPr>
        </p:nvSpPr>
        <p:spPr/>
        <p:txBody>
          <a:bodyPr/>
          <a:lstStyle/>
          <a:p>
            <a:endParaRPr lang="en-US"/>
          </a:p>
          <a:p>
            <a:r>
              <a:rPr lang="en-US"/>
              <a:t>Usage: Scala, with its functional programming capabilities, is used for application development. Spark, built on Scala, excels in processing large datasets in real-time.</a:t>
            </a:r>
          </a:p>
          <a:p>
            <a:r>
              <a:rPr lang="en-US"/>
              <a:t>Usage: </a:t>
            </a:r>
            <a:r>
              <a:rPr lang="en-US" err="1"/>
              <a:t>MLlib</a:t>
            </a:r>
            <a:r>
              <a:rPr lang="en-US"/>
              <a:t> is used to develop machine learning models that form the backbone of the recommendation engine.</a:t>
            </a:r>
          </a:p>
        </p:txBody>
      </p:sp>
      <p:sp>
        <p:nvSpPr>
          <p:cNvPr id="4" name="Slide Number Placeholder 3">
            <a:extLst>
              <a:ext uri="{FF2B5EF4-FFF2-40B4-BE49-F238E27FC236}">
                <a16:creationId xmlns:a16="http://schemas.microsoft.com/office/drawing/2014/main" id="{C4A720F8-034F-1AB9-E3AA-9B71282A730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B9A9E5-4F7F-4A7D-9DE1-89923232926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6661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88F64-BAD0-83AE-C91A-B8685BC392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2618-6767-B2C6-B552-B93CE11179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7718CD-ED27-B1B6-E7F5-1885AEA12E07}"/>
              </a:ext>
            </a:extLst>
          </p:cNvPr>
          <p:cNvSpPr>
            <a:spLocks noGrp="1"/>
          </p:cNvSpPr>
          <p:nvPr>
            <p:ph type="body" idx="1"/>
          </p:nvPr>
        </p:nvSpPr>
        <p:spPr/>
        <p:txBody>
          <a:bodyPr/>
          <a:lstStyle/>
          <a:p>
            <a:endParaRPr lang="en-US"/>
          </a:p>
          <a:p>
            <a:r>
              <a:rPr lang="en-US"/>
              <a:t>Usage: Scala, with its functional programming capabilities, is used for application development. Spark, built on Scala, excels in processing large datasets in real-time.</a:t>
            </a:r>
          </a:p>
          <a:p>
            <a:r>
              <a:rPr lang="en-US"/>
              <a:t>Usage: </a:t>
            </a:r>
            <a:r>
              <a:rPr lang="en-US" err="1"/>
              <a:t>MLlib</a:t>
            </a:r>
            <a:r>
              <a:rPr lang="en-US"/>
              <a:t> is used to develop machine learning models that form the backbone of the recommendation engine.</a:t>
            </a:r>
          </a:p>
        </p:txBody>
      </p:sp>
      <p:sp>
        <p:nvSpPr>
          <p:cNvPr id="4" name="Slide Number Placeholder 3">
            <a:extLst>
              <a:ext uri="{FF2B5EF4-FFF2-40B4-BE49-F238E27FC236}">
                <a16:creationId xmlns:a16="http://schemas.microsoft.com/office/drawing/2014/main" id="{7C388091-5DEA-EA60-F4DA-B69094DE1B2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B9A9E5-4F7F-4A7D-9DE1-89923232926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95076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35E1A-B820-7530-57A1-E2C397B574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6323BF-CE13-E97D-DE99-67A5FED47C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F7C397-EBAC-8634-B02B-A2AAEF27B4B3}"/>
              </a:ext>
            </a:extLst>
          </p:cNvPr>
          <p:cNvSpPr>
            <a:spLocks noGrp="1"/>
          </p:cNvSpPr>
          <p:nvPr>
            <p:ph type="body" idx="1"/>
          </p:nvPr>
        </p:nvSpPr>
        <p:spPr/>
        <p:txBody>
          <a:bodyPr/>
          <a:lstStyle/>
          <a:p>
            <a:endParaRPr lang="en-US"/>
          </a:p>
          <a:p>
            <a:r>
              <a:rPr lang="en-US"/>
              <a:t>Usage: Scala, with its functional programming capabilities, is used for application development. Spark, built on Scala, excels in processing large datasets in real-time.</a:t>
            </a:r>
          </a:p>
          <a:p>
            <a:r>
              <a:rPr lang="en-US"/>
              <a:t>Usage: </a:t>
            </a:r>
            <a:r>
              <a:rPr lang="en-US" err="1"/>
              <a:t>MLlib</a:t>
            </a:r>
            <a:r>
              <a:rPr lang="en-US"/>
              <a:t> is used to develop machine learning models that form the backbone of the recommendation engine.</a:t>
            </a:r>
          </a:p>
        </p:txBody>
      </p:sp>
      <p:sp>
        <p:nvSpPr>
          <p:cNvPr id="4" name="Slide Number Placeholder 3">
            <a:extLst>
              <a:ext uri="{FF2B5EF4-FFF2-40B4-BE49-F238E27FC236}">
                <a16:creationId xmlns:a16="http://schemas.microsoft.com/office/drawing/2014/main" id="{1EEE5B0F-95B2-1951-DED8-9B194DAE363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B9A9E5-4F7F-4A7D-9DE1-89923232926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058797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4D8B8-1226-08DE-EFB1-DD13F00734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FAB260-C33A-2B19-0AE4-D95396C9BB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B019D9-AF90-68C4-B02D-80C485C9EEA7}"/>
              </a:ext>
            </a:extLst>
          </p:cNvPr>
          <p:cNvSpPr>
            <a:spLocks noGrp="1"/>
          </p:cNvSpPr>
          <p:nvPr>
            <p:ph type="body" idx="1"/>
          </p:nvPr>
        </p:nvSpPr>
        <p:spPr/>
        <p:txBody>
          <a:bodyPr/>
          <a:lstStyle/>
          <a:p>
            <a:endParaRPr lang="en-US"/>
          </a:p>
          <a:p>
            <a:r>
              <a:rPr lang="en-US"/>
              <a:t>Usage: Scala, with its functional programming capabilities, is used for application development. Spark, built on Scala, excels in processing large datasets in real-time.</a:t>
            </a:r>
          </a:p>
          <a:p>
            <a:r>
              <a:rPr lang="en-US"/>
              <a:t>Usage: </a:t>
            </a:r>
            <a:r>
              <a:rPr lang="en-US" err="1"/>
              <a:t>MLlib</a:t>
            </a:r>
            <a:r>
              <a:rPr lang="en-US"/>
              <a:t> is used to develop machine learning models that form the backbone of the recommendation engine.</a:t>
            </a:r>
          </a:p>
        </p:txBody>
      </p:sp>
      <p:sp>
        <p:nvSpPr>
          <p:cNvPr id="4" name="Slide Number Placeholder 3">
            <a:extLst>
              <a:ext uri="{FF2B5EF4-FFF2-40B4-BE49-F238E27FC236}">
                <a16:creationId xmlns:a16="http://schemas.microsoft.com/office/drawing/2014/main" id="{2C8E78C0-25B3-7277-4F8E-09BDA0B2E6E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B9A9E5-4F7F-4A7D-9DE1-89923232926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78282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1DAF0-1740-6986-9CED-C2C587F1A4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6B2678-5B4F-D92A-DB47-677D44528B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01372A-0B79-6BFE-67EC-75C4F65AA3F2}"/>
              </a:ext>
            </a:extLst>
          </p:cNvPr>
          <p:cNvSpPr>
            <a:spLocks noGrp="1"/>
          </p:cNvSpPr>
          <p:nvPr>
            <p:ph type="body" idx="1"/>
          </p:nvPr>
        </p:nvSpPr>
        <p:spPr/>
        <p:txBody>
          <a:bodyPr/>
          <a:lstStyle/>
          <a:p>
            <a:endParaRPr lang="en-US"/>
          </a:p>
          <a:p>
            <a:r>
              <a:rPr lang="en-US"/>
              <a:t>Usage: Scala, with its functional programming capabilities, is used for application development. Spark, built on Scala, excels in processing large datasets in real-time.</a:t>
            </a:r>
          </a:p>
          <a:p>
            <a:r>
              <a:rPr lang="en-US"/>
              <a:t>Usage: </a:t>
            </a:r>
            <a:r>
              <a:rPr lang="en-US" err="1"/>
              <a:t>MLlib</a:t>
            </a:r>
            <a:r>
              <a:rPr lang="en-US"/>
              <a:t> is used to develop machine learning models that form the backbone of the recommendation engine.</a:t>
            </a:r>
          </a:p>
        </p:txBody>
      </p:sp>
      <p:sp>
        <p:nvSpPr>
          <p:cNvPr id="4" name="Slide Number Placeholder 3">
            <a:extLst>
              <a:ext uri="{FF2B5EF4-FFF2-40B4-BE49-F238E27FC236}">
                <a16:creationId xmlns:a16="http://schemas.microsoft.com/office/drawing/2014/main" id="{13F818B2-66CD-BD5B-2E65-9B1CF670B17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B9A9E5-4F7F-4A7D-9DE1-89923232926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46251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57812-DDA0-8CE4-581E-1937A2EC23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A3928-8A78-1787-BD9C-3272303E07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CA39B-9F02-5C8F-DB65-DF7F23864BFA}"/>
              </a:ext>
            </a:extLst>
          </p:cNvPr>
          <p:cNvSpPr>
            <a:spLocks noGrp="1"/>
          </p:cNvSpPr>
          <p:nvPr>
            <p:ph type="body" idx="1"/>
          </p:nvPr>
        </p:nvSpPr>
        <p:spPr/>
        <p:txBody>
          <a:bodyPr/>
          <a:lstStyle/>
          <a:p>
            <a:endParaRPr lang="en-US"/>
          </a:p>
          <a:p>
            <a:r>
              <a:rPr lang="en-US"/>
              <a:t>Usage: Scala, with its functional programming capabilities, is used for application development. Spark, built on Scala, excels in processing large datasets in real-time.</a:t>
            </a:r>
          </a:p>
          <a:p>
            <a:r>
              <a:rPr lang="en-US"/>
              <a:t>Usage: </a:t>
            </a:r>
            <a:r>
              <a:rPr lang="en-US" err="1"/>
              <a:t>MLlib</a:t>
            </a:r>
            <a:r>
              <a:rPr lang="en-US"/>
              <a:t> is used to develop machine learning models that form the backbone of the recommendation engine.</a:t>
            </a:r>
          </a:p>
        </p:txBody>
      </p:sp>
      <p:sp>
        <p:nvSpPr>
          <p:cNvPr id="4" name="Slide Number Placeholder 3">
            <a:extLst>
              <a:ext uri="{FF2B5EF4-FFF2-40B4-BE49-F238E27FC236}">
                <a16:creationId xmlns:a16="http://schemas.microsoft.com/office/drawing/2014/main" id="{DE7E3384-A04D-00AB-AC4D-6644BBF513F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B9A9E5-4F7F-4A7D-9DE1-89923232926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33014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98AED-FE87-A052-69E2-55BE1988DC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78FCE0-E453-3CA2-B619-115B4932A0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DAB322-29EA-9B10-29D2-DC7A96A04F65}"/>
              </a:ext>
            </a:extLst>
          </p:cNvPr>
          <p:cNvSpPr>
            <a:spLocks noGrp="1"/>
          </p:cNvSpPr>
          <p:nvPr>
            <p:ph type="body" idx="1"/>
          </p:nvPr>
        </p:nvSpPr>
        <p:spPr/>
        <p:txBody>
          <a:bodyPr/>
          <a:lstStyle/>
          <a:p>
            <a:endParaRPr lang="en-US"/>
          </a:p>
          <a:p>
            <a:r>
              <a:rPr lang="en-US"/>
              <a:t>Usage: Scala, with its functional programming capabilities, is used for application development. Spark, built on Scala, excels in processing large datasets in real-time.</a:t>
            </a:r>
          </a:p>
          <a:p>
            <a:r>
              <a:rPr lang="en-US"/>
              <a:t>Usage: </a:t>
            </a:r>
            <a:r>
              <a:rPr lang="en-US" err="1"/>
              <a:t>MLlib</a:t>
            </a:r>
            <a:r>
              <a:rPr lang="en-US"/>
              <a:t> is used to develop machine learning models that form the backbone of the recommendation engine.</a:t>
            </a:r>
          </a:p>
        </p:txBody>
      </p:sp>
      <p:sp>
        <p:nvSpPr>
          <p:cNvPr id="4" name="Slide Number Placeholder 3">
            <a:extLst>
              <a:ext uri="{FF2B5EF4-FFF2-40B4-BE49-F238E27FC236}">
                <a16:creationId xmlns:a16="http://schemas.microsoft.com/office/drawing/2014/main" id="{BD780F0F-612F-56BA-B303-31844E84B70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B9A9E5-4F7F-4A7D-9DE1-89923232926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10897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4B9A9E5-4F7F-4A7D-9DE1-899232329269}" type="slidenum">
              <a:rPr lang="en-US" smtClean="0"/>
              <a:t>21</a:t>
            </a:fld>
            <a:endParaRPr lang="en-US"/>
          </a:p>
        </p:txBody>
      </p:sp>
    </p:spTree>
    <p:extLst>
      <p:ext uri="{BB962C8B-B14F-4D97-AF65-F5344CB8AC3E}">
        <p14:creationId xmlns:p14="http://schemas.microsoft.com/office/powerpoint/2010/main" val="24299665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1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21.svg"/><Relationship Id="rId4" Type="http://schemas.openxmlformats.org/officeDocument/2006/relationships/image" Target="../media/image2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24.svg"/><Relationship Id="rId4" Type="http://schemas.openxmlformats.org/officeDocument/2006/relationships/image" Target="../media/image15.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74996-9779-1D0F-B5C6-7FE85FFF1EF4}"/>
              </a:ext>
            </a:extLst>
          </p:cNvPr>
          <p:cNvSpPr>
            <a:spLocks noGrp="1"/>
          </p:cNvSpPr>
          <p:nvPr>
            <p:ph type="title" hasCustomPrompt="1"/>
          </p:nvPr>
        </p:nvSpPr>
        <p:spPr>
          <a:xfrm>
            <a:off x="6096000" y="2773681"/>
            <a:ext cx="5674360" cy="3200400"/>
          </a:xfrm>
        </p:spPr>
        <p:txBody>
          <a:bodyPr anchor="b">
            <a:normAutofit/>
          </a:bodyPr>
          <a:lstStyle>
            <a:lvl1pPr>
              <a:defRPr sz="4800">
                <a:solidFill>
                  <a:schemeClr val="bg1"/>
                </a:solidFill>
              </a:defRPr>
            </a:lvl1pPr>
          </a:lstStyle>
          <a:p>
            <a:r>
              <a:rPr lang="en-US"/>
              <a:t>Click to add title</a:t>
            </a:r>
          </a:p>
        </p:txBody>
      </p:sp>
      <p:pic>
        <p:nvPicPr>
          <p:cNvPr id="7" name="Graphic 6">
            <a:extLst>
              <a:ext uri="{FF2B5EF4-FFF2-40B4-BE49-F238E27FC236}">
                <a16:creationId xmlns:a16="http://schemas.microsoft.com/office/drawing/2014/main" id="{96B97173-A601-1D66-1651-4FE0D76A0BC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454" t="1728"/>
          <a:stretch/>
        </p:blipFill>
        <p:spPr>
          <a:xfrm>
            <a:off x="-1" y="0"/>
            <a:ext cx="8264995" cy="5320146"/>
          </a:xfrm>
          <a:prstGeom prst="rect">
            <a:avLst/>
          </a:prstGeom>
        </p:spPr>
      </p:pic>
    </p:spTree>
    <p:extLst>
      <p:ext uri="{BB962C8B-B14F-4D97-AF65-F5344CB8AC3E}">
        <p14:creationId xmlns:p14="http://schemas.microsoft.com/office/powerpoint/2010/main" val="3810847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0DFB311A-EAAD-7656-C753-E8C73994853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4533" t="18691" r="1" b="-131"/>
          <a:stretch/>
        </p:blipFill>
        <p:spPr>
          <a:xfrm rot="5400000">
            <a:off x="7851419" y="-1244552"/>
            <a:ext cx="3096029" cy="5585137"/>
          </a:xfrm>
          <a:custGeom>
            <a:avLst/>
            <a:gdLst>
              <a:gd name="connsiteX0" fmla="*/ 0 w 1756624"/>
              <a:gd name="connsiteY0" fmla="*/ 0 h 6858000"/>
              <a:gd name="connsiteX1" fmla="*/ 1756624 w 1756624"/>
              <a:gd name="connsiteY1" fmla="*/ 0 h 6858000"/>
              <a:gd name="connsiteX2" fmla="*/ 1756624 w 1756624"/>
              <a:gd name="connsiteY2" fmla="*/ 6858000 h 6858000"/>
              <a:gd name="connsiteX3" fmla="*/ 0 w 175662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756624" h="6858000">
                <a:moveTo>
                  <a:pt x="0" y="0"/>
                </a:moveTo>
                <a:lnTo>
                  <a:pt x="1756624" y="0"/>
                </a:lnTo>
                <a:lnTo>
                  <a:pt x="1756624" y="6858000"/>
                </a:lnTo>
                <a:lnTo>
                  <a:pt x="0" y="6858000"/>
                </a:lnTo>
                <a:close/>
              </a:path>
            </a:pathLst>
          </a:custGeom>
        </p:spPr>
      </p:pic>
      <p:pic>
        <p:nvPicPr>
          <p:cNvPr id="10" name="Graphic 9">
            <a:extLst>
              <a:ext uri="{FF2B5EF4-FFF2-40B4-BE49-F238E27FC236}">
                <a16:creationId xmlns:a16="http://schemas.microsoft.com/office/drawing/2014/main" id="{1612F0DE-D367-10BB-1F71-60AA6527CAD4}"/>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4151" r="18577"/>
          <a:stretch/>
        </p:blipFill>
        <p:spPr>
          <a:xfrm>
            <a:off x="7010400" y="0"/>
            <a:ext cx="5181600" cy="6858000"/>
          </a:xfrm>
          <a:prstGeom prst="rect">
            <a:avLst/>
          </a:prstGeom>
        </p:spPr>
      </p:pic>
      <p:sp>
        <p:nvSpPr>
          <p:cNvPr id="2" name="Title 1">
            <a:extLst>
              <a:ext uri="{FF2B5EF4-FFF2-40B4-BE49-F238E27FC236}">
                <a16:creationId xmlns:a16="http://schemas.microsoft.com/office/drawing/2014/main" id="{4F4F5799-FC34-2F2D-D11E-9B472CAF066E}"/>
              </a:ext>
            </a:extLst>
          </p:cNvPr>
          <p:cNvSpPr>
            <a:spLocks noGrp="1"/>
          </p:cNvSpPr>
          <p:nvPr>
            <p:ph type="title" hasCustomPrompt="1"/>
          </p:nvPr>
        </p:nvSpPr>
        <p:spPr>
          <a:xfrm>
            <a:off x="914400" y="315533"/>
            <a:ext cx="5181600" cy="2376868"/>
          </a:xfrm>
        </p:spPr>
        <p:txBody>
          <a:bodyPr anchor="b">
            <a:normAutofit/>
          </a:bodyPr>
          <a:lstStyle>
            <a:lvl1pPr>
              <a:defRPr sz="3200"/>
            </a:lvl1pPr>
          </a:lstStyle>
          <a:p>
            <a:r>
              <a:rPr lang="en-US"/>
              <a:t>Click to add title</a:t>
            </a:r>
          </a:p>
        </p:txBody>
      </p:sp>
      <p:sp>
        <p:nvSpPr>
          <p:cNvPr id="8" name="Content Placeholder 7">
            <a:extLst>
              <a:ext uri="{FF2B5EF4-FFF2-40B4-BE49-F238E27FC236}">
                <a16:creationId xmlns:a16="http://schemas.microsoft.com/office/drawing/2014/main" id="{2575025C-084B-CD7A-F546-0E13BA13CFEF}"/>
              </a:ext>
            </a:extLst>
          </p:cNvPr>
          <p:cNvSpPr>
            <a:spLocks noGrp="1"/>
          </p:cNvSpPr>
          <p:nvPr>
            <p:ph sz="quarter" idx="10" hasCustomPrompt="1"/>
          </p:nvPr>
        </p:nvSpPr>
        <p:spPr>
          <a:xfrm>
            <a:off x="914400" y="2844800"/>
            <a:ext cx="5181600" cy="3128963"/>
          </a:xfrm>
        </p:spPr>
        <p:txBody>
          <a:bodyPr>
            <a:normAutofit/>
          </a:bodyPr>
          <a:lstStyle>
            <a:lvl1pPr marL="0" indent="0">
              <a:lnSpc>
                <a:spcPct val="120000"/>
              </a:lnSpc>
              <a:buNone/>
              <a:defRPr sz="2000"/>
            </a:lvl1pPr>
            <a:lvl2pPr>
              <a:lnSpc>
                <a:spcPct val="120000"/>
              </a:lnSpc>
              <a:defRPr sz="1800"/>
            </a:lvl2pPr>
            <a:lvl3pPr>
              <a:lnSpc>
                <a:spcPct val="120000"/>
              </a:lnSpc>
              <a:defRPr sz="1600"/>
            </a:lvl3pPr>
            <a:lvl4pPr>
              <a:lnSpc>
                <a:spcPct val="120000"/>
              </a:lnSpc>
              <a:defRPr sz="1400"/>
            </a:lvl4pPr>
            <a:lvl5pPr>
              <a:lnSpc>
                <a:spcPct val="120000"/>
              </a:lnSpc>
              <a:defRPr sz="14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3238750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5DE041D-A3BF-94FF-029C-719D4DADA21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3300" t="13815"/>
          <a:stretch/>
        </p:blipFill>
        <p:spPr>
          <a:xfrm>
            <a:off x="0" y="-1"/>
            <a:ext cx="4239206" cy="3776193"/>
          </a:xfrm>
          <a:prstGeom prst="rect">
            <a:avLst/>
          </a:prstGeom>
        </p:spPr>
      </p:pic>
      <p:sp>
        <p:nvSpPr>
          <p:cNvPr id="2" name="Title 1">
            <a:extLst>
              <a:ext uri="{FF2B5EF4-FFF2-40B4-BE49-F238E27FC236}">
                <a16:creationId xmlns:a16="http://schemas.microsoft.com/office/drawing/2014/main" id="{0DEE605D-0584-F71C-A97D-B672F13E3911}"/>
              </a:ext>
            </a:extLst>
          </p:cNvPr>
          <p:cNvSpPr>
            <a:spLocks noGrp="1"/>
          </p:cNvSpPr>
          <p:nvPr>
            <p:ph type="title" hasCustomPrompt="1"/>
          </p:nvPr>
        </p:nvSpPr>
        <p:spPr>
          <a:xfrm>
            <a:off x="914400" y="2580640"/>
            <a:ext cx="5181600" cy="3368819"/>
          </a:xfrm>
        </p:spPr>
        <p:txBody>
          <a:bodyPr anchor="b">
            <a:normAutofit/>
          </a:bodyPr>
          <a:lstStyle>
            <a:lvl1pPr>
              <a:defRPr sz="4800">
                <a:solidFill>
                  <a:schemeClr val="bg1"/>
                </a:solidFill>
              </a:defRPr>
            </a:lvl1pPr>
          </a:lstStyle>
          <a:p>
            <a:r>
              <a:rPr lang="en-US"/>
              <a:t>Click to add title</a:t>
            </a:r>
          </a:p>
        </p:txBody>
      </p:sp>
      <p:sp>
        <p:nvSpPr>
          <p:cNvPr id="9" name="Picture Placeholder 8">
            <a:extLst>
              <a:ext uri="{FF2B5EF4-FFF2-40B4-BE49-F238E27FC236}">
                <a16:creationId xmlns:a16="http://schemas.microsoft.com/office/drawing/2014/main" id="{59AF635C-89E6-F6EF-FA6A-417A9A84BF4A}"/>
              </a:ext>
            </a:extLst>
          </p:cNvPr>
          <p:cNvSpPr>
            <a:spLocks noGrp="1"/>
          </p:cNvSpPr>
          <p:nvPr>
            <p:ph type="pic" sz="quarter" idx="10" hasCustomPrompt="1"/>
          </p:nvPr>
        </p:nvSpPr>
        <p:spPr>
          <a:xfrm>
            <a:off x="6085840" y="-10159"/>
            <a:ext cx="6116320" cy="6868160"/>
          </a:xfrm>
          <a:custGeom>
            <a:avLst/>
            <a:gdLst>
              <a:gd name="connsiteX0" fmla="*/ 0 w 6116320"/>
              <a:gd name="connsiteY0" fmla="*/ 0 h 6880225"/>
              <a:gd name="connsiteX1" fmla="*/ 6116320 w 6116320"/>
              <a:gd name="connsiteY1" fmla="*/ 0 h 6880225"/>
              <a:gd name="connsiteX2" fmla="*/ 6116320 w 6116320"/>
              <a:gd name="connsiteY2" fmla="*/ 6880225 h 6880225"/>
              <a:gd name="connsiteX3" fmla="*/ 0 w 6116320"/>
              <a:gd name="connsiteY3" fmla="*/ 6880225 h 6880225"/>
              <a:gd name="connsiteX4" fmla="*/ 0 w 6116320"/>
              <a:gd name="connsiteY4" fmla="*/ 0 h 6880225"/>
              <a:gd name="connsiteX0" fmla="*/ 0 w 6116320"/>
              <a:gd name="connsiteY0" fmla="*/ 0 h 6880225"/>
              <a:gd name="connsiteX1" fmla="*/ 6116320 w 6116320"/>
              <a:gd name="connsiteY1" fmla="*/ 0 h 6880225"/>
              <a:gd name="connsiteX2" fmla="*/ 6116320 w 6116320"/>
              <a:gd name="connsiteY2" fmla="*/ 6880225 h 6880225"/>
              <a:gd name="connsiteX3" fmla="*/ 2052320 w 6116320"/>
              <a:gd name="connsiteY3" fmla="*/ 6880225 h 6880225"/>
              <a:gd name="connsiteX4" fmla="*/ 0 w 6116320"/>
              <a:gd name="connsiteY4" fmla="*/ 0 h 6880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6320" h="6880225">
                <a:moveTo>
                  <a:pt x="0" y="0"/>
                </a:moveTo>
                <a:lnTo>
                  <a:pt x="6116320" y="0"/>
                </a:lnTo>
                <a:lnTo>
                  <a:pt x="6116320" y="6880225"/>
                </a:lnTo>
                <a:lnTo>
                  <a:pt x="2052320" y="6880225"/>
                </a:lnTo>
                <a:lnTo>
                  <a:pt x="0" y="0"/>
                </a:lnTo>
                <a:close/>
              </a:path>
            </a:pathLst>
          </a:custGeom>
        </p:spPr>
        <p:txBody>
          <a:bodyPr>
            <a:normAutofit/>
          </a:bodyPr>
          <a:lstStyle>
            <a:lvl1pPr marL="0" indent="0" algn="ctr">
              <a:buNone/>
              <a:defRPr sz="2000">
                <a:solidFill>
                  <a:schemeClr val="bg1"/>
                </a:solidFill>
              </a:defRPr>
            </a:lvl1pPr>
          </a:lstStyle>
          <a:p>
            <a:r>
              <a:rPr lang="en-US"/>
              <a:t>Click icon to insert picture</a:t>
            </a:r>
          </a:p>
        </p:txBody>
      </p:sp>
    </p:spTree>
    <p:extLst>
      <p:ext uri="{BB962C8B-B14F-4D97-AF65-F5344CB8AC3E}">
        <p14:creationId xmlns:p14="http://schemas.microsoft.com/office/powerpoint/2010/main" val="736789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verview">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2B74EE53-DB22-C27E-074F-A7129585FE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5158" t="-5374" b="78533"/>
          <a:stretch/>
        </p:blipFill>
        <p:spPr>
          <a:xfrm rot="10800000">
            <a:off x="6324600" y="0"/>
            <a:ext cx="5867400" cy="1647324"/>
          </a:xfrm>
          <a:prstGeom prst="rect">
            <a:avLst/>
          </a:prstGeom>
        </p:spPr>
      </p:pic>
      <p:sp>
        <p:nvSpPr>
          <p:cNvPr id="2" name="Title 1">
            <a:extLst>
              <a:ext uri="{FF2B5EF4-FFF2-40B4-BE49-F238E27FC236}">
                <a16:creationId xmlns:a16="http://schemas.microsoft.com/office/drawing/2014/main" id="{278AEF0C-FA4B-8C23-0132-5529EC244F9E}"/>
              </a:ext>
            </a:extLst>
          </p:cNvPr>
          <p:cNvSpPr>
            <a:spLocks noGrp="1"/>
          </p:cNvSpPr>
          <p:nvPr>
            <p:ph type="title" hasCustomPrompt="1"/>
          </p:nvPr>
        </p:nvSpPr>
        <p:spPr>
          <a:xfrm>
            <a:off x="6126480" y="1310639"/>
            <a:ext cx="4805997" cy="2689629"/>
          </a:xfrm>
        </p:spPr>
        <p:txBody>
          <a:bodyPr anchor="b">
            <a:normAutofit/>
          </a:bodyPr>
          <a:lstStyle>
            <a:lvl1pPr>
              <a:defRPr sz="4800"/>
            </a:lvl1pPr>
          </a:lstStyle>
          <a:p>
            <a:r>
              <a:rPr lang="en-US"/>
              <a:t>Click to add title</a:t>
            </a:r>
          </a:p>
        </p:txBody>
      </p:sp>
      <p:sp>
        <p:nvSpPr>
          <p:cNvPr id="12" name="Picture Placeholder 11">
            <a:extLst>
              <a:ext uri="{FF2B5EF4-FFF2-40B4-BE49-F238E27FC236}">
                <a16:creationId xmlns:a16="http://schemas.microsoft.com/office/drawing/2014/main" id="{B3DD4867-9B0B-647C-1F78-5E50BF30F089}"/>
              </a:ext>
            </a:extLst>
          </p:cNvPr>
          <p:cNvSpPr>
            <a:spLocks noGrp="1"/>
          </p:cNvSpPr>
          <p:nvPr>
            <p:ph type="pic" sz="quarter" idx="11"/>
          </p:nvPr>
        </p:nvSpPr>
        <p:spPr>
          <a:xfrm>
            <a:off x="0" y="-1016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053840 w 6096000"/>
              <a:gd name="connsiteY2" fmla="*/ 6858000 h 6858000"/>
              <a:gd name="connsiteX3" fmla="*/ 0 w 6096000"/>
              <a:gd name="connsiteY3" fmla="*/ 6858000 h 6858000"/>
              <a:gd name="connsiteX4" fmla="*/ 0 w 6096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58000">
                <a:moveTo>
                  <a:pt x="0" y="0"/>
                </a:moveTo>
                <a:lnTo>
                  <a:pt x="6096000" y="0"/>
                </a:lnTo>
                <a:lnTo>
                  <a:pt x="4053840" y="6858000"/>
                </a:lnTo>
                <a:lnTo>
                  <a:pt x="0" y="6858000"/>
                </a:lnTo>
                <a:lnTo>
                  <a:pt x="0" y="0"/>
                </a:lnTo>
                <a:close/>
              </a:path>
            </a:pathLst>
          </a:custGeom>
        </p:spPr>
        <p:txBody>
          <a:bodyPr>
            <a:normAutofit/>
          </a:bodyPr>
          <a:lstStyle>
            <a:lvl1pPr marL="0" indent="0" algn="ctr">
              <a:buNone/>
              <a:defRPr sz="2000"/>
            </a:lvl1pPr>
          </a:lstStyle>
          <a:p>
            <a:r>
              <a:rPr lang="en-US"/>
              <a:t>Click icon to add picture</a:t>
            </a:r>
          </a:p>
        </p:txBody>
      </p:sp>
      <p:sp>
        <p:nvSpPr>
          <p:cNvPr id="10" name="Content Placeholder 9">
            <a:extLst>
              <a:ext uri="{FF2B5EF4-FFF2-40B4-BE49-F238E27FC236}">
                <a16:creationId xmlns:a16="http://schemas.microsoft.com/office/drawing/2014/main" id="{BFF4D65D-965A-5E86-4D91-C72D1D03A8B9}"/>
              </a:ext>
            </a:extLst>
          </p:cNvPr>
          <p:cNvSpPr>
            <a:spLocks noGrp="1"/>
          </p:cNvSpPr>
          <p:nvPr>
            <p:ph sz="quarter" idx="10" hasCustomPrompt="1"/>
          </p:nvPr>
        </p:nvSpPr>
        <p:spPr>
          <a:xfrm>
            <a:off x="6126163" y="4172990"/>
            <a:ext cx="4805997" cy="2389736"/>
          </a:xfrm>
        </p:spPr>
        <p:txBody>
          <a:bodyPr>
            <a:normAutofit/>
          </a:bodyPr>
          <a:lstStyle>
            <a:lvl1pPr marL="0" indent="0">
              <a:buFont typeface="Arial" panose="020B0604020202020204" pitchFamily="34" charse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6365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4C9F686-E069-3B60-9625-01EE6A41D75D}"/>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5239"/>
          <a:stretch/>
        </p:blipFill>
        <p:spPr>
          <a:xfrm flipH="1">
            <a:off x="9135414" y="0"/>
            <a:ext cx="3056586" cy="6858000"/>
          </a:xfrm>
          <a:custGeom>
            <a:avLst/>
            <a:gdLst>
              <a:gd name="connsiteX0" fmla="*/ 4284372 w 4284372"/>
              <a:gd name="connsiteY0" fmla="*/ 0 h 6858000"/>
              <a:gd name="connsiteX1" fmla="*/ 0 w 4284372"/>
              <a:gd name="connsiteY1" fmla="*/ 0 h 6858000"/>
              <a:gd name="connsiteX2" fmla="*/ 0 w 4284372"/>
              <a:gd name="connsiteY2" fmla="*/ 6858000 h 6858000"/>
              <a:gd name="connsiteX3" fmla="*/ 4284372 w 428437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84372" h="6858000">
                <a:moveTo>
                  <a:pt x="4284372" y="0"/>
                </a:moveTo>
                <a:lnTo>
                  <a:pt x="0" y="0"/>
                </a:lnTo>
                <a:lnTo>
                  <a:pt x="0" y="6858000"/>
                </a:lnTo>
                <a:lnTo>
                  <a:pt x="4284372" y="6858000"/>
                </a:lnTo>
                <a:close/>
              </a:path>
            </a:pathLst>
          </a:custGeom>
        </p:spPr>
      </p:pic>
      <p:pic>
        <p:nvPicPr>
          <p:cNvPr id="9" name="Graphic 8">
            <a:extLst>
              <a:ext uri="{FF2B5EF4-FFF2-40B4-BE49-F238E27FC236}">
                <a16:creationId xmlns:a16="http://schemas.microsoft.com/office/drawing/2014/main" id="{6D7227F9-50F9-820B-69B7-924C02120466}"/>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2330"/>
          <a:stretch/>
        </p:blipFill>
        <p:spPr>
          <a:xfrm>
            <a:off x="7810500" y="3025140"/>
            <a:ext cx="4381500" cy="3832860"/>
          </a:xfrm>
          <a:prstGeom prst="rect">
            <a:avLst/>
          </a:prstGeom>
        </p:spPr>
      </p:pic>
      <p:sp>
        <p:nvSpPr>
          <p:cNvPr id="2" name="Title 1">
            <a:extLst>
              <a:ext uri="{FF2B5EF4-FFF2-40B4-BE49-F238E27FC236}">
                <a16:creationId xmlns:a16="http://schemas.microsoft.com/office/drawing/2014/main" id="{448D1E69-316E-A8E1-7ADA-040A0E490730}"/>
              </a:ext>
            </a:extLst>
          </p:cNvPr>
          <p:cNvSpPr>
            <a:spLocks noGrp="1"/>
          </p:cNvSpPr>
          <p:nvPr>
            <p:ph type="title" hasCustomPrompt="1"/>
          </p:nvPr>
        </p:nvSpPr>
        <p:spPr>
          <a:xfrm>
            <a:off x="914399" y="365125"/>
            <a:ext cx="7273637" cy="1646555"/>
          </a:xfrm>
        </p:spPr>
        <p:txBody>
          <a:bodyPr>
            <a:normAutofit/>
          </a:bodyPr>
          <a:lstStyle>
            <a:lvl1pPr>
              <a:defRPr sz="3200"/>
            </a:lvl1pPr>
          </a:lstStyle>
          <a:p>
            <a:r>
              <a:rPr lang="en-US"/>
              <a:t>Click to add title</a:t>
            </a:r>
          </a:p>
        </p:txBody>
      </p:sp>
      <p:sp>
        <p:nvSpPr>
          <p:cNvPr id="11" name="Content Placeholder 10">
            <a:extLst>
              <a:ext uri="{FF2B5EF4-FFF2-40B4-BE49-F238E27FC236}">
                <a16:creationId xmlns:a16="http://schemas.microsoft.com/office/drawing/2014/main" id="{61069CA0-E0AB-99C6-10DB-13AAC019DD7D}"/>
              </a:ext>
            </a:extLst>
          </p:cNvPr>
          <p:cNvSpPr>
            <a:spLocks noGrp="1"/>
          </p:cNvSpPr>
          <p:nvPr>
            <p:ph sz="quarter" idx="10" hasCustomPrompt="1"/>
          </p:nvPr>
        </p:nvSpPr>
        <p:spPr>
          <a:xfrm>
            <a:off x="914399" y="2011363"/>
            <a:ext cx="7273638" cy="4155757"/>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2815213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Content and left Image 1">
    <p:bg>
      <p:bgPr>
        <a:solidFill>
          <a:schemeClr val="tx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4589277D-BC14-E7E0-5822-5575F563E1C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8039100" y="228600"/>
            <a:ext cx="4381500" cy="3924300"/>
          </a:xfrm>
          <a:prstGeom prst="rect">
            <a:avLst/>
          </a:prstGeom>
        </p:spPr>
      </p:pic>
      <p:sp>
        <p:nvSpPr>
          <p:cNvPr id="2" name="Title 1">
            <a:extLst>
              <a:ext uri="{FF2B5EF4-FFF2-40B4-BE49-F238E27FC236}">
                <a16:creationId xmlns:a16="http://schemas.microsoft.com/office/drawing/2014/main" id="{4FDB1BDE-C8F3-ACC0-740B-CBD8128777D5}"/>
              </a:ext>
            </a:extLst>
          </p:cNvPr>
          <p:cNvSpPr>
            <a:spLocks noGrp="1"/>
          </p:cNvSpPr>
          <p:nvPr>
            <p:ph type="title"/>
          </p:nvPr>
        </p:nvSpPr>
        <p:spPr>
          <a:xfrm>
            <a:off x="6096000" y="375285"/>
            <a:ext cx="4896678" cy="3624984"/>
          </a:xfrm>
        </p:spPr>
        <p:txBody>
          <a:bodyPr anchor="b">
            <a:normAutofit/>
          </a:bodyPr>
          <a:lstStyle>
            <a:lvl1pPr>
              <a:defRPr sz="4800">
                <a:solidFill>
                  <a:schemeClr val="bg1"/>
                </a:solidFill>
              </a:defRPr>
            </a:lvl1pPr>
          </a:lstStyle>
          <a:p>
            <a:endParaRPr lang="en-US"/>
          </a:p>
        </p:txBody>
      </p:sp>
      <p:sp>
        <p:nvSpPr>
          <p:cNvPr id="11" name="Picture Placeholder 10">
            <a:extLst>
              <a:ext uri="{FF2B5EF4-FFF2-40B4-BE49-F238E27FC236}">
                <a16:creationId xmlns:a16="http://schemas.microsoft.com/office/drawing/2014/main" id="{128597A3-47D0-F393-55D9-07FFD951F396}"/>
              </a:ext>
            </a:extLst>
          </p:cNvPr>
          <p:cNvSpPr>
            <a:spLocks noGrp="1"/>
          </p:cNvSpPr>
          <p:nvPr>
            <p:ph type="pic" sz="quarter" idx="11"/>
          </p:nvPr>
        </p:nvSpPr>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405384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586 w 6096586"/>
              <a:gd name="connsiteY0" fmla="*/ 0 h 6858000"/>
              <a:gd name="connsiteX1" fmla="*/ 4054426 w 6096586"/>
              <a:gd name="connsiteY1" fmla="*/ 0 h 6858000"/>
              <a:gd name="connsiteX2" fmla="*/ 6096586 w 6096586"/>
              <a:gd name="connsiteY2" fmla="*/ 6858000 h 6858000"/>
              <a:gd name="connsiteX3" fmla="*/ 586 w 6096586"/>
              <a:gd name="connsiteY3" fmla="*/ 6858000 h 6858000"/>
              <a:gd name="connsiteX4" fmla="*/ 586 w 6096586"/>
              <a:gd name="connsiteY4" fmla="*/ 3669792 h 6858000"/>
              <a:gd name="connsiteX5" fmla="*/ 586 w 6096586"/>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4053840" y="0"/>
                </a:lnTo>
                <a:lnTo>
                  <a:pt x="6096000" y="6858000"/>
                </a:lnTo>
                <a:lnTo>
                  <a:pt x="950976" y="6858000"/>
                </a:lnTo>
                <a:lnTo>
                  <a:pt x="0" y="3669792"/>
                </a:lnTo>
                <a:lnTo>
                  <a:pt x="0" y="0"/>
                </a:lnTo>
                <a:close/>
              </a:path>
            </a:pathLst>
          </a:custGeom>
        </p:spPr>
        <p:txBody>
          <a:bodyPr>
            <a:normAutofit/>
          </a:bodyPr>
          <a:lstStyle>
            <a:lvl1pPr marL="0" indent="0" algn="l">
              <a:buNone/>
              <a:defRPr sz="2000">
                <a:solidFill>
                  <a:schemeClr val="bg1"/>
                </a:solidFill>
              </a:defRPr>
            </a:lvl1pPr>
          </a:lstStyle>
          <a:p>
            <a:r>
              <a:rPr lang="en-US"/>
              <a:t>Click icon to add picture</a:t>
            </a:r>
          </a:p>
        </p:txBody>
      </p:sp>
      <p:sp>
        <p:nvSpPr>
          <p:cNvPr id="9" name="Content Placeholder 10">
            <a:extLst>
              <a:ext uri="{FF2B5EF4-FFF2-40B4-BE49-F238E27FC236}">
                <a16:creationId xmlns:a16="http://schemas.microsoft.com/office/drawing/2014/main" id="{4BF260CE-C6E3-AE7A-DB8E-A72A1CF5B54E}"/>
              </a:ext>
            </a:extLst>
          </p:cNvPr>
          <p:cNvSpPr>
            <a:spLocks noGrp="1"/>
          </p:cNvSpPr>
          <p:nvPr>
            <p:ph sz="quarter" idx="10" hasCustomPrompt="1"/>
          </p:nvPr>
        </p:nvSpPr>
        <p:spPr>
          <a:xfrm>
            <a:off x="6096000" y="4172990"/>
            <a:ext cx="4896677" cy="2309726"/>
          </a:xfrm>
        </p:spPr>
        <p:txBody>
          <a:bodyPr>
            <a:normAutofit/>
          </a:bodyPr>
          <a:lstStyle>
            <a:lvl1pPr marL="0" indent="0">
              <a:spcBef>
                <a:spcPts val="0"/>
              </a:spcBef>
              <a:spcAft>
                <a:spcPts val="1200"/>
              </a:spcAft>
              <a:buNone/>
              <a:defRPr sz="2000">
                <a:solidFill>
                  <a:schemeClr val="bg1"/>
                </a:solidFill>
              </a:defRPr>
            </a:lvl1pPr>
            <a:lvl2pPr marL="742950" indent="-285750">
              <a:spcBef>
                <a:spcPts val="0"/>
              </a:spcBef>
              <a:spcAft>
                <a:spcPts val="1200"/>
              </a:spcAft>
              <a:buFont typeface="Arial" panose="020B0604020202020204" pitchFamily="34" charset="0"/>
              <a:buChar char="•"/>
              <a:defRPr sz="1800">
                <a:solidFill>
                  <a:schemeClr val="bg1"/>
                </a:solidFill>
              </a:defRPr>
            </a:lvl2pPr>
            <a:lvl3pPr marL="1200150" indent="-285750">
              <a:spcBef>
                <a:spcPts val="0"/>
              </a:spcBef>
              <a:spcAft>
                <a:spcPts val="1200"/>
              </a:spcAft>
              <a:buFont typeface="Arial" panose="020B0604020202020204" pitchFamily="34" charset="0"/>
              <a:buChar char="•"/>
              <a:defRPr sz="1600">
                <a:solidFill>
                  <a:schemeClr val="bg1"/>
                </a:solidFill>
              </a:defRPr>
            </a:lvl3pPr>
            <a:lvl4pPr marL="1657350" indent="-285750">
              <a:spcBef>
                <a:spcPts val="0"/>
              </a:spcBef>
              <a:spcAft>
                <a:spcPts val="1200"/>
              </a:spcAft>
              <a:buFont typeface="Arial" panose="020B0604020202020204" pitchFamily="34" charset="0"/>
              <a:buChar char="•"/>
              <a:defRPr sz="1400">
                <a:solidFill>
                  <a:schemeClr val="bg1"/>
                </a:solidFill>
              </a:defRPr>
            </a:lvl4pPr>
            <a:lvl5pPr marL="2114550" indent="-285750">
              <a:spcBef>
                <a:spcPts val="0"/>
              </a:spcBef>
              <a:spcAft>
                <a:spcPts val="1200"/>
              </a:spcAft>
              <a:buFont typeface="Arial" panose="020B0604020202020204" pitchFamily="34" charset="0"/>
              <a:buChar char="•"/>
              <a:defRPr sz="1400">
                <a:solidFill>
                  <a:schemeClr val="bg1"/>
                </a:solidFill>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89111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1">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6E20435-B9A5-359D-133D-5D3EED409CD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55" t="41988" r="53993" b="33420"/>
          <a:stretch/>
        </p:blipFill>
        <p:spPr>
          <a:xfrm rot="10800000">
            <a:off x="9198864" y="-5"/>
            <a:ext cx="2993136" cy="1517907"/>
          </a:xfrm>
          <a:prstGeom prst="rect">
            <a:avLst/>
          </a:prstGeom>
        </p:spPr>
      </p:pic>
      <p:pic>
        <p:nvPicPr>
          <p:cNvPr id="9" name="Graphic 8">
            <a:extLst>
              <a:ext uri="{FF2B5EF4-FFF2-40B4-BE49-F238E27FC236}">
                <a16:creationId xmlns:a16="http://schemas.microsoft.com/office/drawing/2014/main" id="{7B99CAE4-AA9B-52BA-7DE8-8245CE705D35}"/>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5445" t="24819" r="46503"/>
          <a:stretch/>
        </p:blipFill>
        <p:spPr>
          <a:xfrm rot="16200000">
            <a:off x="961221" y="4525179"/>
            <a:ext cx="1371600" cy="3294042"/>
          </a:xfrm>
          <a:prstGeom prst="rect">
            <a:avLst/>
          </a:prstGeom>
        </p:spPr>
      </p:pic>
      <p:sp>
        <p:nvSpPr>
          <p:cNvPr id="10" name="Title 9">
            <a:extLst>
              <a:ext uri="{FF2B5EF4-FFF2-40B4-BE49-F238E27FC236}">
                <a16:creationId xmlns:a16="http://schemas.microsoft.com/office/drawing/2014/main" id="{28DFE681-710B-6FE5-B8E0-3BC9DB9F12D1}"/>
              </a:ext>
            </a:extLst>
          </p:cNvPr>
          <p:cNvSpPr>
            <a:spLocks noGrp="1"/>
          </p:cNvSpPr>
          <p:nvPr>
            <p:ph type="title" hasCustomPrompt="1"/>
          </p:nvPr>
        </p:nvSpPr>
        <p:spPr>
          <a:xfrm>
            <a:off x="914399" y="365125"/>
            <a:ext cx="10363201" cy="1629601"/>
          </a:xfrm>
        </p:spPr>
        <p:txBody>
          <a:bodyPr>
            <a:normAutofit/>
          </a:bodyPr>
          <a:lstStyle>
            <a:lvl1pPr>
              <a:defRPr sz="3200"/>
            </a:lvl1pPr>
          </a:lstStyle>
          <a:p>
            <a:r>
              <a:rPr lang="en-US"/>
              <a:t>Click to add title</a:t>
            </a:r>
          </a:p>
        </p:txBody>
      </p:sp>
      <p:sp>
        <p:nvSpPr>
          <p:cNvPr id="11" name="Content Placeholder 10">
            <a:extLst>
              <a:ext uri="{FF2B5EF4-FFF2-40B4-BE49-F238E27FC236}">
                <a16:creationId xmlns:a16="http://schemas.microsoft.com/office/drawing/2014/main" id="{3FE383D3-6A16-1891-FF52-470B26B94042}"/>
              </a:ext>
            </a:extLst>
          </p:cNvPr>
          <p:cNvSpPr>
            <a:spLocks noGrp="1"/>
          </p:cNvSpPr>
          <p:nvPr>
            <p:ph sz="quarter" idx="10" hasCustomPrompt="1"/>
          </p:nvPr>
        </p:nvSpPr>
        <p:spPr>
          <a:xfrm>
            <a:off x="914399" y="2022250"/>
            <a:ext cx="499270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0">
            <a:extLst>
              <a:ext uri="{FF2B5EF4-FFF2-40B4-BE49-F238E27FC236}">
                <a16:creationId xmlns:a16="http://schemas.microsoft.com/office/drawing/2014/main" id="{74B5EB04-CA6E-7417-56DF-A55B21E94B74}"/>
              </a:ext>
            </a:extLst>
          </p:cNvPr>
          <p:cNvSpPr>
            <a:spLocks noGrp="1"/>
          </p:cNvSpPr>
          <p:nvPr>
            <p:ph sz="quarter" idx="11" hasCustomPrompt="1"/>
          </p:nvPr>
        </p:nvSpPr>
        <p:spPr>
          <a:xfrm>
            <a:off x="6284891" y="2022250"/>
            <a:ext cx="499270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3417792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A783FA55-EF1D-66CF-8FD5-29086D71E62F}"/>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81" t="40714" r="61027" b="44471"/>
          <a:stretch/>
        </p:blipFill>
        <p:spPr>
          <a:xfrm rot="10800000" flipV="1">
            <a:off x="-26830" y="5950040"/>
            <a:ext cx="2513521" cy="914400"/>
          </a:xfrm>
          <a:prstGeom prst="rect">
            <a:avLst/>
          </a:prstGeom>
        </p:spPr>
      </p:pic>
      <p:pic>
        <p:nvPicPr>
          <p:cNvPr id="9" name="Graphic 8">
            <a:extLst>
              <a:ext uri="{FF2B5EF4-FFF2-40B4-BE49-F238E27FC236}">
                <a16:creationId xmlns:a16="http://schemas.microsoft.com/office/drawing/2014/main" id="{542CEFED-8DE0-0155-A5B6-A44051A6D034}"/>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18883" t="18052" r="46636"/>
          <a:stretch/>
        </p:blipFill>
        <p:spPr>
          <a:xfrm rot="16200000" flipH="1" flipV="1">
            <a:off x="9553763" y="-952310"/>
            <a:ext cx="1685928" cy="3590547"/>
          </a:xfrm>
          <a:prstGeom prst="rect">
            <a:avLst/>
          </a:prstGeom>
        </p:spPr>
      </p:pic>
      <p:sp>
        <p:nvSpPr>
          <p:cNvPr id="10" name="Title 9">
            <a:extLst>
              <a:ext uri="{FF2B5EF4-FFF2-40B4-BE49-F238E27FC236}">
                <a16:creationId xmlns:a16="http://schemas.microsoft.com/office/drawing/2014/main" id="{57FC493E-284F-ADBA-D92D-883CAB13ADCA}"/>
              </a:ext>
            </a:extLst>
          </p:cNvPr>
          <p:cNvSpPr>
            <a:spLocks noGrp="1"/>
          </p:cNvSpPr>
          <p:nvPr>
            <p:ph type="title" hasCustomPrompt="1"/>
          </p:nvPr>
        </p:nvSpPr>
        <p:spPr>
          <a:xfrm>
            <a:off x="914398" y="365125"/>
            <a:ext cx="10439401" cy="1617017"/>
          </a:xfrm>
        </p:spPr>
        <p:txBody>
          <a:bodyPr>
            <a:normAutofit/>
          </a:bodyPr>
          <a:lstStyle>
            <a:lvl1pPr>
              <a:defRPr sz="3200"/>
            </a:lvl1pPr>
          </a:lstStyle>
          <a:p>
            <a:r>
              <a:rPr lang="en-US"/>
              <a:t>Click to add title</a:t>
            </a:r>
          </a:p>
        </p:txBody>
      </p:sp>
      <p:sp>
        <p:nvSpPr>
          <p:cNvPr id="11" name="Content Placeholder 10">
            <a:extLst>
              <a:ext uri="{FF2B5EF4-FFF2-40B4-BE49-F238E27FC236}">
                <a16:creationId xmlns:a16="http://schemas.microsoft.com/office/drawing/2014/main" id="{4B8B2035-4AA9-D25E-9F15-3ED36F734D13}"/>
              </a:ext>
            </a:extLst>
          </p:cNvPr>
          <p:cNvSpPr>
            <a:spLocks noGrp="1"/>
          </p:cNvSpPr>
          <p:nvPr>
            <p:ph sz="quarter" idx="10" hasCustomPrompt="1"/>
          </p:nvPr>
        </p:nvSpPr>
        <p:spPr>
          <a:xfrm>
            <a:off x="914399" y="2022250"/>
            <a:ext cx="3310129" cy="3747180"/>
          </a:xfrm>
        </p:spPr>
        <p:txBody>
          <a:bodyPr>
            <a:normAutofit/>
          </a:bodyPr>
          <a:lstStyle>
            <a:lvl1pPr>
              <a:spcBef>
                <a:spcPts val="0"/>
              </a:spcBef>
              <a:spcAft>
                <a:spcPts val="1200"/>
              </a:spcAft>
              <a:defRPr sz="2000" b="1"/>
            </a:lvl1pPr>
            <a:lvl2pPr>
              <a:spcBef>
                <a:spcPts val="0"/>
              </a:spcBef>
              <a:spcAft>
                <a:spcPts val="1200"/>
              </a:spcAft>
              <a:defRPr sz="1800" b="1"/>
            </a:lvl2pPr>
            <a:lvl3pPr>
              <a:spcBef>
                <a:spcPts val="0"/>
              </a:spcBef>
              <a:spcAft>
                <a:spcPts val="1200"/>
              </a:spcAft>
              <a:defRPr sz="1600" b="1"/>
            </a:lvl3pPr>
            <a:lvl4pPr>
              <a:spcBef>
                <a:spcPts val="0"/>
              </a:spcBef>
              <a:spcAft>
                <a:spcPts val="1200"/>
              </a:spcAft>
              <a:defRPr sz="1400" b="1"/>
            </a:lvl4pPr>
            <a:lvl5pPr>
              <a:spcBef>
                <a:spcPts val="0"/>
              </a:spcBef>
              <a:spcAft>
                <a:spcPts val="1200"/>
              </a:spcAft>
              <a:defRPr sz="1400" b="1"/>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0">
            <a:extLst>
              <a:ext uri="{FF2B5EF4-FFF2-40B4-BE49-F238E27FC236}">
                <a16:creationId xmlns:a16="http://schemas.microsoft.com/office/drawing/2014/main" id="{6A694422-6B3E-3D80-AC41-FD1CED52ACAB}"/>
              </a:ext>
            </a:extLst>
          </p:cNvPr>
          <p:cNvSpPr>
            <a:spLocks noGrp="1"/>
          </p:cNvSpPr>
          <p:nvPr>
            <p:ph sz="quarter" idx="11" hasCustomPrompt="1"/>
          </p:nvPr>
        </p:nvSpPr>
        <p:spPr>
          <a:xfrm>
            <a:off x="4602310" y="2018120"/>
            <a:ext cx="675148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1782813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right Image">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48DBD2A1-633E-7A22-751B-5CEFCA93F20C}"/>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7703" t="485" b="67543"/>
          <a:stretch/>
        </p:blipFill>
        <p:spPr>
          <a:xfrm rot="5400000">
            <a:off x="-115162" y="115164"/>
            <a:ext cx="1895058" cy="1664735"/>
          </a:xfrm>
          <a:prstGeom prst="rect">
            <a:avLst/>
          </a:prstGeom>
        </p:spPr>
      </p:pic>
      <p:sp>
        <p:nvSpPr>
          <p:cNvPr id="9" name="Title 8">
            <a:extLst>
              <a:ext uri="{FF2B5EF4-FFF2-40B4-BE49-F238E27FC236}">
                <a16:creationId xmlns:a16="http://schemas.microsoft.com/office/drawing/2014/main" id="{3E7BF4D0-D641-9859-157D-B9094EF3DAB1}"/>
              </a:ext>
            </a:extLst>
          </p:cNvPr>
          <p:cNvSpPr>
            <a:spLocks noGrp="1"/>
          </p:cNvSpPr>
          <p:nvPr>
            <p:ph type="title" hasCustomPrompt="1"/>
          </p:nvPr>
        </p:nvSpPr>
        <p:spPr>
          <a:xfrm>
            <a:off x="916385" y="446313"/>
            <a:ext cx="5179615" cy="1448747"/>
          </a:xfrm>
        </p:spPr>
        <p:txBody>
          <a:bodyPr>
            <a:normAutofit/>
          </a:bodyPr>
          <a:lstStyle>
            <a:lvl1pPr>
              <a:defRPr sz="3200"/>
            </a:lvl1pPr>
          </a:lstStyle>
          <a:p>
            <a:r>
              <a:rPr lang="en-US"/>
              <a:t>Click to add title</a:t>
            </a:r>
          </a:p>
        </p:txBody>
      </p:sp>
      <p:sp>
        <p:nvSpPr>
          <p:cNvPr id="10" name="Content Placeholder 10">
            <a:extLst>
              <a:ext uri="{FF2B5EF4-FFF2-40B4-BE49-F238E27FC236}">
                <a16:creationId xmlns:a16="http://schemas.microsoft.com/office/drawing/2014/main" id="{115AE488-757F-4C5A-7733-85C1D1EA98D3}"/>
              </a:ext>
            </a:extLst>
          </p:cNvPr>
          <p:cNvSpPr>
            <a:spLocks noGrp="1"/>
          </p:cNvSpPr>
          <p:nvPr>
            <p:ph sz="quarter" idx="10" hasCustomPrompt="1"/>
          </p:nvPr>
        </p:nvSpPr>
        <p:spPr>
          <a:xfrm>
            <a:off x="914399" y="2022250"/>
            <a:ext cx="5181600" cy="3747180"/>
          </a:xfrm>
        </p:spPr>
        <p:txBody>
          <a:bodyPr>
            <a:normAutofit/>
          </a:bodyPr>
          <a:lstStyle>
            <a:lvl1pPr>
              <a:spcBef>
                <a:spcPts val="0"/>
              </a:spcBef>
              <a:spcAft>
                <a:spcPts val="1200"/>
              </a:spcAft>
              <a:defRPr sz="2000" b="0"/>
            </a:lvl1pPr>
            <a:lvl2pPr>
              <a:spcBef>
                <a:spcPts val="0"/>
              </a:spcBef>
              <a:spcAft>
                <a:spcPts val="1200"/>
              </a:spcAft>
              <a:defRPr sz="1800" b="0"/>
            </a:lvl2pPr>
            <a:lvl3pPr>
              <a:spcBef>
                <a:spcPts val="0"/>
              </a:spcBef>
              <a:spcAft>
                <a:spcPts val="1200"/>
              </a:spcAft>
              <a:defRPr sz="1600" b="0"/>
            </a:lvl3pPr>
            <a:lvl4pPr>
              <a:spcBef>
                <a:spcPts val="0"/>
              </a:spcBef>
              <a:spcAft>
                <a:spcPts val="1200"/>
              </a:spcAft>
              <a:defRPr sz="1400" b="0"/>
            </a:lvl4pPr>
            <a:lvl5pPr>
              <a:spcBef>
                <a:spcPts val="0"/>
              </a:spcBef>
              <a:spcAft>
                <a:spcPts val="1200"/>
              </a:spcAft>
              <a:defRPr sz="1400" b="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a:p>
        </p:txBody>
      </p:sp>
      <p:sp>
        <p:nvSpPr>
          <p:cNvPr id="12" name="Picture Placeholder 11">
            <a:extLst>
              <a:ext uri="{FF2B5EF4-FFF2-40B4-BE49-F238E27FC236}">
                <a16:creationId xmlns:a16="http://schemas.microsoft.com/office/drawing/2014/main" id="{39DD264F-42B5-DBB0-9839-DB4C6827ED76}"/>
              </a:ext>
            </a:extLst>
          </p:cNvPr>
          <p:cNvSpPr>
            <a:spLocks noGrp="1"/>
          </p:cNvSpPr>
          <p:nvPr>
            <p:ph type="pic" sz="quarter" idx="11"/>
          </p:nvPr>
        </p:nvSpPr>
        <p:spPr>
          <a:xfrm>
            <a:off x="6076950" y="0"/>
            <a:ext cx="6115050" cy="6868886"/>
          </a:xfrm>
          <a:custGeom>
            <a:avLst/>
            <a:gdLst>
              <a:gd name="connsiteX0" fmla="*/ 0 w 6115050"/>
              <a:gd name="connsiteY0" fmla="*/ 0 h 6858000"/>
              <a:gd name="connsiteX1" fmla="*/ 6115050 w 6115050"/>
              <a:gd name="connsiteY1" fmla="*/ 0 h 6858000"/>
              <a:gd name="connsiteX2" fmla="*/ 6115050 w 6115050"/>
              <a:gd name="connsiteY2" fmla="*/ 6858000 h 6858000"/>
              <a:gd name="connsiteX3" fmla="*/ 0 w 6115050"/>
              <a:gd name="connsiteY3" fmla="*/ 6858000 h 6858000"/>
              <a:gd name="connsiteX4" fmla="*/ 0 w 6115050"/>
              <a:gd name="connsiteY4" fmla="*/ 0 h 6858000"/>
              <a:gd name="connsiteX0" fmla="*/ 2024742 w 6115050"/>
              <a:gd name="connsiteY0" fmla="*/ 0 h 6858000"/>
              <a:gd name="connsiteX1" fmla="*/ 6115050 w 6115050"/>
              <a:gd name="connsiteY1" fmla="*/ 0 h 6858000"/>
              <a:gd name="connsiteX2" fmla="*/ 6115050 w 6115050"/>
              <a:gd name="connsiteY2" fmla="*/ 6858000 h 6858000"/>
              <a:gd name="connsiteX3" fmla="*/ 0 w 6115050"/>
              <a:gd name="connsiteY3" fmla="*/ 6858000 h 6858000"/>
              <a:gd name="connsiteX4" fmla="*/ 2024742 w 6115050"/>
              <a:gd name="connsiteY4" fmla="*/ 0 h 6858000"/>
              <a:gd name="connsiteX0" fmla="*/ 2024742 w 6115050"/>
              <a:gd name="connsiteY0" fmla="*/ 0 h 6858000"/>
              <a:gd name="connsiteX1" fmla="*/ 6115050 w 6115050"/>
              <a:gd name="connsiteY1" fmla="*/ 0 h 6858000"/>
              <a:gd name="connsiteX2" fmla="*/ 6115050 w 6115050"/>
              <a:gd name="connsiteY2" fmla="*/ 3603171 h 6858000"/>
              <a:gd name="connsiteX3" fmla="*/ 6115050 w 6115050"/>
              <a:gd name="connsiteY3" fmla="*/ 6858000 h 6858000"/>
              <a:gd name="connsiteX4" fmla="*/ 0 w 6115050"/>
              <a:gd name="connsiteY4" fmla="*/ 6858000 h 6858000"/>
              <a:gd name="connsiteX5" fmla="*/ 2024742 w 6115050"/>
              <a:gd name="connsiteY5" fmla="*/ 0 h 6858000"/>
              <a:gd name="connsiteX0" fmla="*/ 2024742 w 6115050"/>
              <a:gd name="connsiteY0" fmla="*/ 0 h 6868886"/>
              <a:gd name="connsiteX1" fmla="*/ 6115050 w 6115050"/>
              <a:gd name="connsiteY1" fmla="*/ 0 h 6868886"/>
              <a:gd name="connsiteX2" fmla="*/ 6115050 w 6115050"/>
              <a:gd name="connsiteY2" fmla="*/ 3603171 h 6868886"/>
              <a:gd name="connsiteX3" fmla="*/ 5157107 w 6115050"/>
              <a:gd name="connsiteY3" fmla="*/ 6868886 h 6868886"/>
              <a:gd name="connsiteX4" fmla="*/ 0 w 6115050"/>
              <a:gd name="connsiteY4" fmla="*/ 6858000 h 6868886"/>
              <a:gd name="connsiteX5" fmla="*/ 2024742 w 6115050"/>
              <a:gd name="connsiteY5" fmla="*/ 0 h 686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15050" h="6868886">
                <a:moveTo>
                  <a:pt x="2024742" y="0"/>
                </a:moveTo>
                <a:lnTo>
                  <a:pt x="6115050" y="0"/>
                </a:lnTo>
                <a:lnTo>
                  <a:pt x="6115050" y="3603171"/>
                </a:lnTo>
                <a:lnTo>
                  <a:pt x="5157107" y="6868886"/>
                </a:lnTo>
                <a:lnTo>
                  <a:pt x="0" y="6858000"/>
                </a:lnTo>
                <a:lnTo>
                  <a:pt x="2024742" y="0"/>
                </a:lnTo>
                <a:close/>
              </a:path>
            </a:pathLst>
          </a:custGeom>
        </p:spPr>
        <p:txBody>
          <a:bodyPr>
            <a:normAutofit/>
          </a:bodyPr>
          <a:lstStyle>
            <a:lvl1pPr marL="0" indent="0" algn="r">
              <a:buNone/>
              <a:defRPr sz="2000"/>
            </a:lvl1pPr>
          </a:lstStyle>
          <a:p>
            <a:r>
              <a:rPr lang="en-US"/>
              <a:t>Click icon to add picture</a:t>
            </a:r>
          </a:p>
        </p:txBody>
      </p:sp>
    </p:spTree>
    <p:extLst>
      <p:ext uri="{BB962C8B-B14F-4D97-AF65-F5344CB8AC3E}">
        <p14:creationId xmlns:p14="http://schemas.microsoft.com/office/powerpoint/2010/main" val="3467008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1">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E5D17C7-3503-7305-8191-20863B738898}"/>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55824" b="26760"/>
          <a:stretch/>
        </p:blipFill>
        <p:spPr>
          <a:xfrm>
            <a:off x="9229725" y="1835240"/>
            <a:ext cx="2962275" cy="5022760"/>
          </a:xfrm>
          <a:prstGeom prst="rect">
            <a:avLst/>
          </a:prstGeom>
        </p:spPr>
      </p:pic>
      <p:sp>
        <p:nvSpPr>
          <p:cNvPr id="14" name="Rectangle 13">
            <a:extLst>
              <a:ext uri="{FF2B5EF4-FFF2-40B4-BE49-F238E27FC236}">
                <a16:creationId xmlns:a16="http://schemas.microsoft.com/office/drawing/2014/main" id="{C76E1AE6-3E01-1CBD-CAEC-11056D00ADE5}"/>
              </a:ext>
              <a:ext uri="{C183D7F6-B498-43B3-948B-1728B52AA6E4}">
                <adec:decorative xmlns:adec="http://schemas.microsoft.com/office/drawing/2017/decorative" val="1"/>
              </a:ext>
            </a:extLst>
          </p:cNvPr>
          <p:cNvSpPr/>
          <p:nvPr userDrawn="1"/>
        </p:nvSpPr>
        <p:spPr>
          <a:xfrm>
            <a:off x="4443413" y="1835240"/>
            <a:ext cx="7000875" cy="42798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90E28F03-2149-7C50-779B-6A2D8D789AF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0903" r="75060" b="10347"/>
          <a:stretch/>
        </p:blipFill>
        <p:spPr>
          <a:xfrm rot="16200000">
            <a:off x="149650" y="-149653"/>
            <a:ext cx="1672375" cy="1971675"/>
          </a:xfrm>
          <a:prstGeom prst="rect">
            <a:avLst/>
          </a:prstGeom>
        </p:spPr>
      </p:pic>
      <p:sp>
        <p:nvSpPr>
          <p:cNvPr id="10" name="Title 9">
            <a:extLst>
              <a:ext uri="{FF2B5EF4-FFF2-40B4-BE49-F238E27FC236}">
                <a16:creationId xmlns:a16="http://schemas.microsoft.com/office/drawing/2014/main" id="{CA4CAE4E-4252-8471-C50B-1DD5AFBFECCA}"/>
              </a:ext>
            </a:extLst>
          </p:cNvPr>
          <p:cNvSpPr>
            <a:spLocks noGrp="1"/>
          </p:cNvSpPr>
          <p:nvPr>
            <p:ph type="title" hasCustomPrompt="1"/>
          </p:nvPr>
        </p:nvSpPr>
        <p:spPr>
          <a:xfrm>
            <a:off x="914399" y="365125"/>
            <a:ext cx="10363202" cy="1603462"/>
          </a:xfrm>
        </p:spPr>
        <p:txBody>
          <a:bodyPr>
            <a:normAutofit/>
          </a:bodyPr>
          <a:lstStyle>
            <a:lvl1pPr>
              <a:defRPr sz="3200"/>
            </a:lvl1pPr>
          </a:lstStyle>
          <a:p>
            <a:r>
              <a:rPr lang="en-US"/>
              <a:t>Click to add title</a:t>
            </a:r>
          </a:p>
        </p:txBody>
      </p:sp>
      <p:sp>
        <p:nvSpPr>
          <p:cNvPr id="11" name="Content Placeholder 10">
            <a:extLst>
              <a:ext uri="{FF2B5EF4-FFF2-40B4-BE49-F238E27FC236}">
                <a16:creationId xmlns:a16="http://schemas.microsoft.com/office/drawing/2014/main" id="{E493CE42-5465-91AC-A1F4-A4821AE37A9C}"/>
              </a:ext>
            </a:extLst>
          </p:cNvPr>
          <p:cNvSpPr>
            <a:spLocks noGrp="1"/>
          </p:cNvSpPr>
          <p:nvPr>
            <p:ph sz="quarter" idx="10" hasCustomPrompt="1"/>
          </p:nvPr>
        </p:nvSpPr>
        <p:spPr>
          <a:xfrm>
            <a:off x="914399" y="2022250"/>
            <a:ext cx="3299013" cy="3914910"/>
          </a:xfrm>
        </p:spPr>
        <p:txBody>
          <a:bodyPr>
            <a:normAutofit/>
          </a:bodyPr>
          <a:lstStyle>
            <a:lvl1pPr>
              <a:spcBef>
                <a:spcPts val="0"/>
              </a:spcBef>
              <a:spcAft>
                <a:spcPts val="1200"/>
              </a:spcAft>
              <a:defRPr sz="2000" b="0"/>
            </a:lvl1pPr>
            <a:lvl2pPr>
              <a:spcBef>
                <a:spcPts val="0"/>
              </a:spcBef>
              <a:spcAft>
                <a:spcPts val="1200"/>
              </a:spcAft>
              <a:defRPr sz="1800" b="0"/>
            </a:lvl2pPr>
            <a:lvl3pPr>
              <a:spcBef>
                <a:spcPts val="0"/>
              </a:spcBef>
              <a:spcAft>
                <a:spcPts val="1200"/>
              </a:spcAft>
              <a:defRPr sz="1600" b="0"/>
            </a:lvl3pPr>
            <a:lvl4pPr>
              <a:spcBef>
                <a:spcPts val="0"/>
              </a:spcBef>
              <a:spcAft>
                <a:spcPts val="1200"/>
              </a:spcAft>
              <a:defRPr sz="1400" b="0"/>
            </a:lvl4pPr>
            <a:lvl5pPr>
              <a:spcBef>
                <a:spcPts val="0"/>
              </a:spcBef>
              <a:spcAft>
                <a:spcPts val="1200"/>
              </a:spcAft>
              <a:defRPr sz="1400" b="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3" name="Table Placeholder 12">
            <a:extLst>
              <a:ext uri="{FF2B5EF4-FFF2-40B4-BE49-F238E27FC236}">
                <a16:creationId xmlns:a16="http://schemas.microsoft.com/office/drawing/2014/main" id="{156A00B1-F3E3-B7FF-58F4-61DE3EF07C07}"/>
              </a:ext>
            </a:extLst>
          </p:cNvPr>
          <p:cNvSpPr>
            <a:spLocks noGrp="1"/>
          </p:cNvSpPr>
          <p:nvPr>
            <p:ph type="tbl" sz="quarter" idx="11" hasCustomPrompt="1"/>
          </p:nvPr>
        </p:nvSpPr>
        <p:spPr>
          <a:xfrm>
            <a:off x="4602163" y="2017713"/>
            <a:ext cx="6675437" cy="3932237"/>
          </a:xfrm>
        </p:spPr>
        <p:txBody>
          <a:bodyPr>
            <a:normAutofit/>
          </a:bodyPr>
          <a:lstStyle>
            <a:lvl1pPr>
              <a:defRPr sz="2000"/>
            </a:lvl1pPr>
          </a:lstStyle>
          <a:p>
            <a:r>
              <a:rPr lang="en-US"/>
              <a:t>Click icon to insert table</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2056214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3">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13A42171-0D82-07BF-4667-498861CC2AFB}"/>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883" t="34408" r="46636" b="1"/>
          <a:stretch/>
        </p:blipFill>
        <p:spPr>
          <a:xfrm flipH="1" flipV="1">
            <a:off x="10506072" y="3984078"/>
            <a:ext cx="1685928" cy="2873921"/>
          </a:xfrm>
          <a:prstGeom prst="rect">
            <a:avLst/>
          </a:prstGeom>
        </p:spPr>
      </p:pic>
      <p:pic>
        <p:nvPicPr>
          <p:cNvPr id="9" name="Graphic 8">
            <a:extLst>
              <a:ext uri="{FF2B5EF4-FFF2-40B4-BE49-F238E27FC236}">
                <a16:creationId xmlns:a16="http://schemas.microsoft.com/office/drawing/2014/main" id="{13C71A0D-EE6D-54C4-71DE-04BE28558058}"/>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9718" t="47145" r="39389" b="8754"/>
          <a:stretch/>
        </p:blipFill>
        <p:spPr>
          <a:xfrm rot="5400000" flipV="1">
            <a:off x="9781526" y="-311511"/>
            <a:ext cx="2098964" cy="2721985"/>
          </a:xfrm>
          <a:prstGeom prst="rect">
            <a:avLst/>
          </a:prstGeom>
        </p:spPr>
      </p:pic>
      <p:sp>
        <p:nvSpPr>
          <p:cNvPr id="10" name="Title 9">
            <a:extLst>
              <a:ext uri="{FF2B5EF4-FFF2-40B4-BE49-F238E27FC236}">
                <a16:creationId xmlns:a16="http://schemas.microsoft.com/office/drawing/2014/main" id="{3F82FA92-501B-5A05-E15F-2FB9BCEBE312}"/>
              </a:ext>
            </a:extLst>
          </p:cNvPr>
          <p:cNvSpPr>
            <a:spLocks noGrp="1"/>
          </p:cNvSpPr>
          <p:nvPr>
            <p:ph type="title" hasCustomPrompt="1"/>
          </p:nvPr>
        </p:nvSpPr>
        <p:spPr>
          <a:xfrm>
            <a:off x="891990" y="434225"/>
            <a:ext cx="9524998" cy="1499627"/>
          </a:xfrm>
        </p:spPr>
        <p:txBody>
          <a:bodyPr>
            <a:normAutofit/>
          </a:bodyPr>
          <a:lstStyle>
            <a:lvl1pPr>
              <a:defRPr sz="3200"/>
            </a:lvl1pPr>
          </a:lstStyle>
          <a:p>
            <a:r>
              <a:rPr lang="en-US"/>
              <a:t>Click to add title</a:t>
            </a:r>
          </a:p>
        </p:txBody>
      </p:sp>
      <p:sp>
        <p:nvSpPr>
          <p:cNvPr id="11" name="Content Placeholder 10">
            <a:extLst>
              <a:ext uri="{FF2B5EF4-FFF2-40B4-BE49-F238E27FC236}">
                <a16:creationId xmlns:a16="http://schemas.microsoft.com/office/drawing/2014/main" id="{B463EEE0-BE31-122C-586C-8BA8D90371E6}"/>
              </a:ext>
            </a:extLst>
          </p:cNvPr>
          <p:cNvSpPr>
            <a:spLocks noGrp="1"/>
          </p:cNvSpPr>
          <p:nvPr>
            <p:ph sz="quarter" idx="10" hasCustomPrompt="1"/>
          </p:nvPr>
        </p:nvSpPr>
        <p:spPr>
          <a:xfrm>
            <a:off x="914399" y="2022250"/>
            <a:ext cx="6257366" cy="3914910"/>
          </a:xfrm>
        </p:spPr>
        <p:txBody>
          <a:bodyPr>
            <a:normAutofit/>
          </a:bodyPr>
          <a:lstStyle>
            <a:lvl1pPr marL="0" indent="0">
              <a:spcBef>
                <a:spcPts val="0"/>
              </a:spcBef>
              <a:spcAft>
                <a:spcPts val="1200"/>
              </a:spcAft>
              <a:buNone/>
              <a:defRPr sz="2000" b="0"/>
            </a:lvl1pPr>
            <a:lvl2pPr marL="228600">
              <a:spcBef>
                <a:spcPts val="0"/>
              </a:spcBef>
              <a:spcAft>
                <a:spcPts val="1200"/>
              </a:spcAft>
              <a:defRPr sz="2000" b="0"/>
            </a:lvl2pPr>
            <a:lvl3pPr marL="685800">
              <a:spcBef>
                <a:spcPts val="0"/>
              </a:spcBef>
              <a:spcAft>
                <a:spcPts val="1200"/>
              </a:spcAft>
              <a:defRPr sz="1800" b="0"/>
            </a:lvl3pPr>
            <a:lvl4pPr marL="914400">
              <a:spcBef>
                <a:spcPts val="0"/>
              </a:spcBef>
              <a:spcAft>
                <a:spcPts val="1200"/>
              </a:spcAft>
              <a:defRPr sz="1600" b="0"/>
            </a:lvl4pPr>
            <a:lvl5pPr marL="1143000">
              <a:spcBef>
                <a:spcPts val="0"/>
              </a:spcBef>
              <a:spcAft>
                <a:spcPts val="1200"/>
              </a:spcAft>
              <a:defRPr sz="1600" b="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0">
            <a:extLst>
              <a:ext uri="{FF2B5EF4-FFF2-40B4-BE49-F238E27FC236}">
                <a16:creationId xmlns:a16="http://schemas.microsoft.com/office/drawing/2014/main" id="{52C157D5-2C68-BA6A-033B-A4CC016CA68F}"/>
              </a:ext>
            </a:extLst>
          </p:cNvPr>
          <p:cNvSpPr>
            <a:spLocks noGrp="1"/>
          </p:cNvSpPr>
          <p:nvPr>
            <p:ph sz="quarter" idx="11" hasCustomPrompt="1"/>
          </p:nvPr>
        </p:nvSpPr>
        <p:spPr>
          <a:xfrm>
            <a:off x="7967475" y="2018119"/>
            <a:ext cx="2449514" cy="3931919"/>
          </a:xfrm>
        </p:spPr>
        <p:txBody>
          <a:bodyPr>
            <a:normAutofit/>
          </a:bodyPr>
          <a:lstStyle>
            <a:lvl1pPr>
              <a:spcBef>
                <a:spcPts val="0"/>
              </a:spcBef>
              <a:spcAft>
                <a:spcPts val="1200"/>
              </a:spcAft>
              <a:defRPr sz="2000" b="1"/>
            </a:lvl1pPr>
            <a:lvl2pPr marL="411480">
              <a:spcBef>
                <a:spcPts val="0"/>
              </a:spcBef>
              <a:spcAft>
                <a:spcPts val="1200"/>
              </a:spcAft>
              <a:defRPr sz="1800" b="1"/>
            </a:lvl2pPr>
            <a:lvl3pPr marL="502920">
              <a:spcBef>
                <a:spcPts val="0"/>
              </a:spcBef>
              <a:spcAft>
                <a:spcPts val="1200"/>
              </a:spcAft>
              <a:defRPr sz="1600" b="1"/>
            </a:lvl3pPr>
            <a:lvl4pPr marL="594360">
              <a:spcBef>
                <a:spcPts val="0"/>
              </a:spcBef>
              <a:spcAft>
                <a:spcPts val="1200"/>
              </a:spcAft>
              <a:defRPr sz="1400" b="1"/>
            </a:lvl4pPr>
            <a:lvl5pPr marL="685800">
              <a:spcBef>
                <a:spcPts val="0"/>
              </a:spcBef>
              <a:spcAft>
                <a:spcPts val="1200"/>
              </a:spcAft>
              <a:defRPr sz="1400" b="1"/>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11198423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15CC9A46-E0E7-B31D-3E27-6F4303A45A9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883" t="18052" r="46636"/>
          <a:stretch/>
        </p:blipFill>
        <p:spPr>
          <a:xfrm rot="16200000" flipH="1" flipV="1">
            <a:off x="9553763" y="-952310"/>
            <a:ext cx="1685928" cy="3590547"/>
          </a:xfrm>
          <a:prstGeom prst="rect">
            <a:avLst/>
          </a:prstGeom>
        </p:spPr>
      </p:pic>
      <p:sp>
        <p:nvSpPr>
          <p:cNvPr id="7" name="Title 6">
            <a:extLst>
              <a:ext uri="{FF2B5EF4-FFF2-40B4-BE49-F238E27FC236}">
                <a16:creationId xmlns:a16="http://schemas.microsoft.com/office/drawing/2014/main" id="{767669DC-4C7F-9B50-FCC0-F2AF5B2A9509}"/>
              </a:ext>
            </a:extLst>
          </p:cNvPr>
          <p:cNvSpPr>
            <a:spLocks noGrp="1"/>
          </p:cNvSpPr>
          <p:nvPr>
            <p:ph type="title" hasCustomPrompt="1"/>
          </p:nvPr>
        </p:nvSpPr>
        <p:spPr>
          <a:xfrm>
            <a:off x="923545" y="584477"/>
            <a:ext cx="10354052" cy="1209765"/>
          </a:xfrm>
        </p:spPr>
        <p:txBody>
          <a:bodyPr>
            <a:normAutofit/>
          </a:bodyPr>
          <a:lstStyle>
            <a:lvl1pPr>
              <a:defRPr sz="3200"/>
            </a:lvl1pPr>
          </a:lstStyle>
          <a:p>
            <a:r>
              <a:rPr lang="en-US"/>
              <a:t>Click to add title</a:t>
            </a:r>
          </a:p>
        </p:txBody>
      </p:sp>
      <p:sp>
        <p:nvSpPr>
          <p:cNvPr id="9" name="Table Placeholder 8">
            <a:extLst>
              <a:ext uri="{FF2B5EF4-FFF2-40B4-BE49-F238E27FC236}">
                <a16:creationId xmlns:a16="http://schemas.microsoft.com/office/drawing/2014/main" id="{BEF581C2-7562-2E21-E6DD-20AEFC43AABC}"/>
              </a:ext>
            </a:extLst>
          </p:cNvPr>
          <p:cNvSpPr>
            <a:spLocks noGrp="1"/>
          </p:cNvSpPr>
          <p:nvPr>
            <p:ph type="tbl" sz="quarter" idx="10"/>
          </p:nvPr>
        </p:nvSpPr>
        <p:spPr>
          <a:xfrm>
            <a:off x="923545" y="2009775"/>
            <a:ext cx="10354052" cy="3931920"/>
          </a:xfrm>
        </p:spPr>
        <p:txBody>
          <a:bodyPr>
            <a:normAutofit/>
          </a:bodyPr>
          <a:lstStyle>
            <a:lvl1pPr>
              <a:defRPr sz="2400"/>
            </a:lvl1pPr>
          </a:lstStyle>
          <a:p>
            <a:r>
              <a:rPr lang="en-US"/>
              <a:t>Click icon to add table</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2163842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2">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3A3E8B6-2BD8-19E0-7F51-7A25EF836F8C}"/>
              </a:ext>
            </a:extLst>
          </p:cNvPr>
          <p:cNvSpPr>
            <a:spLocks noGrp="1"/>
          </p:cNvSpPr>
          <p:nvPr>
            <p:ph type="title" hasCustomPrompt="1"/>
          </p:nvPr>
        </p:nvSpPr>
        <p:spPr>
          <a:xfrm>
            <a:off x="6091515" y="374090"/>
            <a:ext cx="5057104" cy="3624984"/>
          </a:xfrm>
        </p:spPr>
        <p:txBody>
          <a:bodyPr anchor="b">
            <a:normAutofit/>
          </a:bodyPr>
          <a:lstStyle>
            <a:lvl1pPr>
              <a:defRPr sz="4800">
                <a:solidFill>
                  <a:schemeClr val="bg1"/>
                </a:solidFill>
              </a:defRPr>
            </a:lvl1pPr>
          </a:lstStyle>
          <a:p>
            <a:r>
              <a:rPr lang="en-US"/>
              <a:t>Click to add title</a:t>
            </a:r>
          </a:p>
        </p:txBody>
      </p:sp>
      <p:sp>
        <p:nvSpPr>
          <p:cNvPr id="8" name="Content Placeholder 2">
            <a:extLst>
              <a:ext uri="{FF2B5EF4-FFF2-40B4-BE49-F238E27FC236}">
                <a16:creationId xmlns:a16="http://schemas.microsoft.com/office/drawing/2014/main" id="{B1F96043-F6A4-F581-7DB8-96138F0E4011}"/>
              </a:ext>
            </a:extLst>
          </p:cNvPr>
          <p:cNvSpPr>
            <a:spLocks noGrp="1"/>
          </p:cNvSpPr>
          <p:nvPr>
            <p:ph idx="1" hasCustomPrompt="1"/>
          </p:nvPr>
        </p:nvSpPr>
        <p:spPr>
          <a:xfrm>
            <a:off x="6091514" y="4172989"/>
            <a:ext cx="5057103" cy="2519363"/>
          </a:xfrm>
        </p:spPr>
        <p:txBody>
          <a:bodyPr>
            <a:normAutofit/>
          </a:bodyPr>
          <a:lstStyle>
            <a:lvl1pPr marL="0" indent="0">
              <a:lnSpc>
                <a:spcPct val="90000"/>
              </a:lnSpc>
              <a:spcBef>
                <a:spcPts val="0"/>
              </a:spcBef>
              <a:spcAft>
                <a:spcPts val="0"/>
              </a:spcAft>
              <a:buNone/>
              <a:defRPr sz="2000" baseline="0">
                <a:solidFill>
                  <a:schemeClr val="bg1"/>
                </a:solidFill>
              </a:defRPr>
            </a:lvl1pPr>
            <a:lvl2pPr marL="742950" indent="-285750">
              <a:lnSpc>
                <a:spcPct val="90000"/>
              </a:lnSpc>
              <a:spcBef>
                <a:spcPts val="0"/>
              </a:spcBef>
              <a:spcAft>
                <a:spcPts val="0"/>
              </a:spcAft>
              <a:buFont typeface="Arial" panose="020B0604020202020204" pitchFamily="34" charset="0"/>
              <a:buChar char="•"/>
              <a:defRPr sz="1800" baseline="0">
                <a:solidFill>
                  <a:schemeClr val="bg1"/>
                </a:solidFill>
              </a:defRPr>
            </a:lvl2pPr>
            <a:lvl3pPr marL="1200150" indent="-285750">
              <a:lnSpc>
                <a:spcPct val="90000"/>
              </a:lnSpc>
              <a:spcBef>
                <a:spcPts val="0"/>
              </a:spcBef>
              <a:spcAft>
                <a:spcPts val="0"/>
              </a:spcAft>
              <a:buFont typeface="Arial" panose="020B0604020202020204" pitchFamily="34" charset="0"/>
              <a:buChar char="•"/>
              <a:defRPr sz="1600" baseline="0">
                <a:solidFill>
                  <a:schemeClr val="bg1"/>
                </a:solidFill>
              </a:defRPr>
            </a:lvl3pPr>
            <a:lvl4pPr marL="1657350" indent="-285750">
              <a:lnSpc>
                <a:spcPct val="90000"/>
              </a:lnSpc>
              <a:spcBef>
                <a:spcPts val="0"/>
              </a:spcBef>
              <a:spcAft>
                <a:spcPts val="0"/>
              </a:spcAft>
              <a:buFont typeface="Arial" panose="020B0604020202020204" pitchFamily="34" charset="0"/>
              <a:buChar char="•"/>
              <a:defRPr sz="1400" baseline="0">
                <a:solidFill>
                  <a:schemeClr val="bg1"/>
                </a:solidFill>
              </a:defRPr>
            </a:lvl4pPr>
            <a:lvl5pPr marL="2000250" indent="-171450">
              <a:lnSpc>
                <a:spcPct val="90000"/>
              </a:lnSpc>
              <a:spcBef>
                <a:spcPts val="0"/>
              </a:spcBef>
              <a:spcAft>
                <a:spcPts val="0"/>
              </a:spcAft>
              <a:buFont typeface="Arial" panose="020B0604020202020204" pitchFamily="34" charset="0"/>
              <a:buChar char="•"/>
              <a:defRPr sz="1200" baseline="0">
                <a:solidFill>
                  <a:schemeClr val="bg1"/>
                </a:solidFill>
              </a:defRPr>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pic>
        <p:nvPicPr>
          <p:cNvPr id="2" name="Graphic 1">
            <a:extLst>
              <a:ext uri="{FF2B5EF4-FFF2-40B4-BE49-F238E27FC236}">
                <a16:creationId xmlns:a16="http://schemas.microsoft.com/office/drawing/2014/main" id="{C805DE67-EFB0-F6F3-6C08-2FE90284C31C}"/>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151" r="18577"/>
          <a:stretch/>
        </p:blipFill>
        <p:spPr>
          <a:xfrm flipH="1">
            <a:off x="0" y="0"/>
            <a:ext cx="5181600" cy="6858000"/>
          </a:xfrm>
          <a:prstGeom prst="rect">
            <a:avLst/>
          </a:prstGeom>
        </p:spPr>
      </p:pic>
    </p:spTree>
    <p:extLst>
      <p:ext uri="{BB962C8B-B14F-4D97-AF65-F5344CB8AC3E}">
        <p14:creationId xmlns:p14="http://schemas.microsoft.com/office/powerpoint/2010/main" val="2470347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06" r:id="rId13"/>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3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40D96-BFFB-05BD-30ED-0352500CD058}"/>
              </a:ext>
            </a:extLst>
          </p:cNvPr>
          <p:cNvSpPr>
            <a:spLocks noGrp="1"/>
          </p:cNvSpPr>
          <p:nvPr>
            <p:ph type="title"/>
          </p:nvPr>
        </p:nvSpPr>
        <p:spPr>
          <a:xfrm>
            <a:off x="6408037" y="0"/>
            <a:ext cx="6100486" cy="3200400"/>
          </a:xfrm>
        </p:spPr>
        <p:txBody>
          <a:bodyPr>
            <a:normAutofit/>
          </a:bodyPr>
          <a:lstStyle/>
          <a:p>
            <a:r>
              <a:rPr lang="en-US" altLang="zh-CN" dirty="0"/>
              <a:t>Air Traffic Landing Analytics &amp; Anomaly Detection System</a:t>
            </a:r>
            <a:endParaRPr lang="en-US" dirty="0"/>
          </a:p>
        </p:txBody>
      </p:sp>
      <p:sp>
        <p:nvSpPr>
          <p:cNvPr id="5" name="Content Placeholder 9">
            <a:extLst>
              <a:ext uri="{FF2B5EF4-FFF2-40B4-BE49-F238E27FC236}">
                <a16:creationId xmlns:a16="http://schemas.microsoft.com/office/drawing/2014/main" id="{A0E19DAD-1D86-E804-29C5-BF330BC7604A}"/>
              </a:ext>
            </a:extLst>
          </p:cNvPr>
          <p:cNvSpPr txBox="1">
            <a:spLocks/>
          </p:cNvSpPr>
          <p:nvPr/>
        </p:nvSpPr>
        <p:spPr>
          <a:xfrm>
            <a:off x="6548714" y="3944389"/>
            <a:ext cx="5057103" cy="251936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dirty="0">
                <a:solidFill>
                  <a:schemeClr val="bg1"/>
                </a:solidFill>
              </a:rPr>
              <a:t>Rakshith Narayanaswamy</a:t>
            </a:r>
          </a:p>
          <a:p>
            <a:pPr marL="0" indent="0">
              <a:buNone/>
            </a:pPr>
            <a:r>
              <a:rPr lang="en-US" dirty="0">
                <a:solidFill>
                  <a:schemeClr val="bg1"/>
                </a:solidFill>
              </a:rPr>
              <a:t>Z</a:t>
            </a:r>
            <a:r>
              <a:rPr lang="en-US" altLang="zh-CN" dirty="0">
                <a:solidFill>
                  <a:schemeClr val="bg1"/>
                </a:solidFill>
              </a:rPr>
              <a:t>iming Liang</a:t>
            </a:r>
            <a:endParaRPr lang="en-US" dirty="0">
              <a:solidFill>
                <a:schemeClr val="bg1"/>
              </a:solidFill>
            </a:endParaRPr>
          </a:p>
        </p:txBody>
      </p:sp>
    </p:spTree>
    <p:extLst>
      <p:ext uri="{BB962C8B-B14F-4D97-AF65-F5344CB8AC3E}">
        <p14:creationId xmlns:p14="http://schemas.microsoft.com/office/powerpoint/2010/main" val="2945390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2D586-3F7C-3202-E4F4-1F65B9A7D428}"/>
              </a:ext>
            </a:extLst>
          </p:cNvPr>
          <p:cNvSpPr>
            <a:spLocks noGrp="1"/>
          </p:cNvSpPr>
          <p:nvPr>
            <p:ph type="title"/>
          </p:nvPr>
        </p:nvSpPr>
        <p:spPr>
          <a:xfrm>
            <a:off x="914399" y="365125"/>
            <a:ext cx="10363201" cy="1629601"/>
          </a:xfrm>
        </p:spPr>
        <p:txBody>
          <a:bodyPr/>
          <a:lstStyle/>
          <a:p>
            <a:r>
              <a:rPr lang="en-US" altLang="zh-CN" dirty="0"/>
              <a:t>Project Idea</a:t>
            </a:r>
            <a:endParaRPr lang="en-US" dirty="0"/>
          </a:p>
        </p:txBody>
      </p:sp>
      <p:sp>
        <p:nvSpPr>
          <p:cNvPr id="3" name="Content Placeholder 2">
            <a:extLst>
              <a:ext uri="{FF2B5EF4-FFF2-40B4-BE49-F238E27FC236}">
                <a16:creationId xmlns:a16="http://schemas.microsoft.com/office/drawing/2014/main" id="{375DADF2-8E4D-6C0E-0FA2-C5228AF29C1D}"/>
              </a:ext>
            </a:extLst>
          </p:cNvPr>
          <p:cNvSpPr>
            <a:spLocks noGrp="1"/>
          </p:cNvSpPr>
          <p:nvPr>
            <p:ph sz="quarter" idx="10"/>
          </p:nvPr>
        </p:nvSpPr>
        <p:spPr>
          <a:xfrm>
            <a:off x="914399" y="1555410"/>
            <a:ext cx="8026401" cy="3747180"/>
          </a:xfrm>
        </p:spPr>
        <p:txBody>
          <a:bodyPr vert="horz" lIns="91440" tIns="45720" rIns="91440" bIns="45720" rtlCol="0" anchor="t">
            <a:normAutofit fontScale="92500" lnSpcReduction="10000"/>
          </a:bodyPr>
          <a:lstStyle/>
          <a:p>
            <a:pPr marL="0" indent="0">
              <a:buNone/>
            </a:pPr>
            <a:r>
              <a:rPr lang="en-US" altLang="zh-CN" sz="2400" dirty="0"/>
              <a:t>Idea</a:t>
            </a:r>
          </a:p>
          <a:p>
            <a:r>
              <a:rPr lang="en-US" noProof="1"/>
              <a:t>Analyzes historical air traffic landing data</a:t>
            </a:r>
          </a:p>
          <a:p>
            <a:r>
              <a:rPr lang="en-US" noProof="1"/>
              <a:t>Detects abnormal flight behavior</a:t>
            </a:r>
          </a:p>
          <a:p>
            <a:r>
              <a:rPr lang="en-US" noProof="1"/>
              <a:t>Forecasts future landing volume and weight</a:t>
            </a:r>
          </a:p>
          <a:p>
            <a:endParaRPr lang="en-US" noProof="1"/>
          </a:p>
          <a:p>
            <a:pPr marL="0" indent="0">
              <a:buNone/>
            </a:pPr>
            <a:r>
              <a:rPr lang="en-US" altLang="zh-CN" sz="2400" dirty="0"/>
              <a:t>Objectives</a:t>
            </a:r>
          </a:p>
          <a:p>
            <a:r>
              <a:rPr lang="en-US" altLang="zh-CN" dirty="0"/>
              <a:t>Perform batch-level historical trend modeling</a:t>
            </a:r>
          </a:p>
          <a:p>
            <a:r>
              <a:rPr lang="en-US" altLang="zh-CN" dirty="0"/>
              <a:t>Support reactive anomaly detection</a:t>
            </a:r>
          </a:p>
          <a:p>
            <a:r>
              <a:rPr lang="en-US" altLang="zh-CN" dirty="0"/>
              <a:t>Generate interpretable forecasts for future months</a:t>
            </a:r>
          </a:p>
          <a:p>
            <a:pPr marL="0" indent="0">
              <a:buNone/>
            </a:pPr>
            <a:endParaRPr lang="en-US" sz="2400" noProof="1"/>
          </a:p>
        </p:txBody>
      </p:sp>
      <p:sp>
        <p:nvSpPr>
          <p:cNvPr id="5" name="Slide Number Placeholder 4">
            <a:extLst>
              <a:ext uri="{FF2B5EF4-FFF2-40B4-BE49-F238E27FC236}">
                <a16:creationId xmlns:a16="http://schemas.microsoft.com/office/drawing/2014/main" id="{FD4FFC83-A1E8-FCEA-2C47-38C5ADAEA1CA}"/>
              </a:ext>
            </a:extLst>
          </p:cNvPr>
          <p:cNvSpPr>
            <a:spLocks noGrp="1"/>
          </p:cNvSpPr>
          <p:nvPr>
            <p:ph type="sldNum" sz="quarter" idx="4"/>
          </p:nvPr>
        </p:nvSpPr>
        <p:spPr>
          <a:xfrm>
            <a:off x="914400" y="6246254"/>
            <a:ext cx="631065" cy="296214"/>
          </a:xfrm>
        </p:spPr>
        <p:txBody>
          <a:bodyPr/>
          <a:lstStyle/>
          <a:p>
            <a:fld id="{B5CEABB6-07DC-46E8-9B57-56EC44A396E5}" type="slidenum">
              <a:rPr lang="en-US" smtClean="0"/>
              <a:pPr/>
              <a:t>2</a:t>
            </a:fld>
            <a:endParaRPr lang="en-US"/>
          </a:p>
        </p:txBody>
      </p:sp>
    </p:spTree>
    <p:extLst>
      <p:ext uri="{BB962C8B-B14F-4D97-AF65-F5344CB8AC3E}">
        <p14:creationId xmlns:p14="http://schemas.microsoft.com/office/powerpoint/2010/main" val="2825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2D586-3F7C-3202-E4F4-1F65B9A7D428}"/>
              </a:ext>
            </a:extLst>
          </p:cNvPr>
          <p:cNvSpPr>
            <a:spLocks noGrp="1"/>
          </p:cNvSpPr>
          <p:nvPr>
            <p:ph type="title"/>
          </p:nvPr>
        </p:nvSpPr>
        <p:spPr>
          <a:xfrm>
            <a:off x="914399" y="365126"/>
            <a:ext cx="10363201" cy="998846"/>
          </a:xfrm>
        </p:spPr>
        <p:txBody>
          <a:bodyPr/>
          <a:lstStyle/>
          <a:p>
            <a:r>
              <a:rPr lang="en-US" dirty="0">
                <a:ea typeface="+mj-lt"/>
                <a:cs typeface="+mj-lt"/>
              </a:rPr>
              <a:t>Data Source</a:t>
            </a:r>
            <a:endParaRPr lang="en-US" dirty="0"/>
          </a:p>
        </p:txBody>
      </p:sp>
      <p:sp>
        <p:nvSpPr>
          <p:cNvPr id="5" name="Slide Number Placeholder 4">
            <a:extLst>
              <a:ext uri="{FF2B5EF4-FFF2-40B4-BE49-F238E27FC236}">
                <a16:creationId xmlns:a16="http://schemas.microsoft.com/office/drawing/2014/main" id="{FD4FFC83-A1E8-FCEA-2C47-38C5ADAEA1CA}"/>
              </a:ext>
            </a:extLst>
          </p:cNvPr>
          <p:cNvSpPr>
            <a:spLocks noGrp="1"/>
          </p:cNvSpPr>
          <p:nvPr>
            <p:ph type="sldNum" sz="quarter" idx="4"/>
          </p:nvPr>
        </p:nvSpPr>
        <p:spPr>
          <a:xfrm>
            <a:off x="914400" y="6246254"/>
            <a:ext cx="631065" cy="296214"/>
          </a:xfrm>
        </p:spPr>
        <p:txBody>
          <a:bodyPr/>
          <a:lstStyle/>
          <a:p>
            <a:fld id="{B5CEABB6-07DC-46E8-9B57-56EC44A396E5}" type="slidenum">
              <a:rPr lang="en-US" smtClean="0"/>
              <a:pPr/>
              <a:t>3</a:t>
            </a:fld>
            <a:endParaRPr lang="en-US"/>
          </a:p>
        </p:txBody>
      </p:sp>
      <p:sp>
        <p:nvSpPr>
          <p:cNvPr id="6" name="TextBox 5">
            <a:extLst>
              <a:ext uri="{FF2B5EF4-FFF2-40B4-BE49-F238E27FC236}">
                <a16:creationId xmlns:a16="http://schemas.microsoft.com/office/drawing/2014/main" id="{5E40741B-EB94-B90D-3E9F-84EE879F3D7D}"/>
              </a:ext>
            </a:extLst>
          </p:cNvPr>
          <p:cNvSpPr txBox="1"/>
          <p:nvPr/>
        </p:nvSpPr>
        <p:spPr>
          <a:xfrm>
            <a:off x="1193800" y="2539374"/>
            <a:ext cx="10075334" cy="369332"/>
          </a:xfrm>
          <a:prstGeom prst="rect">
            <a:avLst/>
          </a:prstGeom>
          <a:noFill/>
        </p:spPr>
        <p:txBody>
          <a:bodyPr wrap="square" rtlCol="0">
            <a:spAutoFit/>
          </a:bodyPr>
          <a:lstStyle/>
          <a:p>
            <a:endParaRPr lang="en-US" dirty="0"/>
          </a:p>
        </p:txBody>
      </p:sp>
      <p:sp>
        <p:nvSpPr>
          <p:cNvPr id="9" name="Content Placeholder 2">
            <a:extLst>
              <a:ext uri="{FF2B5EF4-FFF2-40B4-BE49-F238E27FC236}">
                <a16:creationId xmlns:a16="http://schemas.microsoft.com/office/drawing/2014/main" id="{D8DEC581-D2E0-6509-66CA-3E1D1FA297A0}"/>
              </a:ext>
            </a:extLst>
          </p:cNvPr>
          <p:cNvSpPr txBox="1">
            <a:spLocks/>
          </p:cNvSpPr>
          <p:nvPr/>
        </p:nvSpPr>
        <p:spPr>
          <a:xfrm>
            <a:off x="922866" y="1363972"/>
            <a:ext cx="11975124" cy="576775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1200"/>
              </a:spcAft>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1200"/>
              </a:spcAft>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12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ltLang="zh-CN" sz="2800" dirty="0"/>
              <a:t>Dataset</a:t>
            </a:r>
          </a:p>
          <a:p>
            <a:r>
              <a:rPr lang="en-US" sz="2400" noProof="1"/>
              <a:t>Source: San Francisco International Airport (SFO)</a:t>
            </a:r>
          </a:p>
          <a:p>
            <a:r>
              <a:rPr lang="en-US" sz="2400" noProof="1"/>
              <a:t>File: Air_Traffic_Landings_Statistics_20251118.csv</a:t>
            </a:r>
          </a:p>
          <a:p>
            <a:endParaRPr lang="en-US" sz="2400" noProof="1"/>
          </a:p>
          <a:p>
            <a:pPr marL="0" indent="0">
              <a:buFont typeface="Arial" panose="020B0604020202020204" pitchFamily="34" charset="0"/>
              <a:buNone/>
            </a:pPr>
            <a:r>
              <a:rPr lang="en-US" altLang="zh-CN" sz="2800" dirty="0"/>
              <a:t>Data Magnitude</a:t>
            </a:r>
          </a:p>
          <a:p>
            <a:pPr lvl="0" fontAlgn="base"/>
            <a:r>
              <a:rPr lang="zh-CN" altLang="zh-CN" sz="2400" dirty="0"/>
              <a:t>Over 44,000+ landing records</a:t>
            </a:r>
          </a:p>
          <a:p>
            <a:pPr lvl="0" fontAlgn="base"/>
            <a:r>
              <a:rPr lang="zh-CN" altLang="zh-CN" sz="2400" dirty="0"/>
              <a:t>Time Span: Multi-year monthly history</a:t>
            </a:r>
          </a:p>
          <a:p>
            <a:pPr lvl="0" fontAlgn="base"/>
            <a:r>
              <a:rPr lang="zh-CN" altLang="zh-CN" sz="2400" dirty="0"/>
              <a:t>Each row includes:</a:t>
            </a:r>
          </a:p>
          <a:p>
            <a:pPr marL="0" indent="0" fontAlgn="base">
              <a:buNone/>
            </a:pPr>
            <a:r>
              <a:rPr lang="en-US" altLang="zh-CN" sz="2400" dirty="0"/>
              <a:t>           </a:t>
            </a:r>
            <a:r>
              <a:rPr lang="zh-CN" altLang="zh-CN" sz="2400" dirty="0"/>
              <a:t>Time period</a:t>
            </a:r>
            <a:r>
              <a:rPr lang="en-US" altLang="zh-CN" sz="2400" dirty="0"/>
              <a:t>,</a:t>
            </a:r>
            <a:r>
              <a:rPr lang="zh-CN" altLang="en-US" sz="2400" dirty="0"/>
              <a:t> </a:t>
            </a:r>
            <a:r>
              <a:rPr lang="zh-CN" altLang="zh-CN" sz="2400" dirty="0"/>
              <a:t>Airline</a:t>
            </a:r>
            <a:r>
              <a:rPr lang="en-US" altLang="zh-CN" sz="2400" dirty="0"/>
              <a:t>,</a:t>
            </a:r>
            <a:r>
              <a:rPr lang="zh-CN" altLang="zh-CN" sz="2400" dirty="0"/>
              <a:t> Aircraft type</a:t>
            </a:r>
            <a:r>
              <a:rPr lang="en-US" altLang="zh-CN" sz="2400" dirty="0"/>
              <a:t>, </a:t>
            </a:r>
            <a:r>
              <a:rPr lang="zh-CN" altLang="zh-CN" sz="2400" dirty="0"/>
              <a:t>Landing count</a:t>
            </a:r>
            <a:r>
              <a:rPr lang="en-US" altLang="zh-CN" sz="2400" dirty="0"/>
              <a:t>, </a:t>
            </a:r>
            <a:r>
              <a:rPr lang="zh-CN" altLang="zh-CN" sz="2400" dirty="0"/>
              <a:t>Landed weight</a:t>
            </a:r>
          </a:p>
          <a:p>
            <a:pPr marL="0" indent="0">
              <a:buNone/>
            </a:pPr>
            <a:endParaRPr lang="en-US" altLang="zh-CN" dirty="0"/>
          </a:p>
          <a:p>
            <a:pPr marL="0" indent="0">
              <a:buFont typeface="Arial" panose="020B0604020202020204" pitchFamily="34" charset="0"/>
              <a:buNone/>
            </a:pPr>
            <a:endParaRPr lang="en-US" sz="2400" noProof="1"/>
          </a:p>
        </p:txBody>
      </p:sp>
    </p:spTree>
    <p:extLst>
      <p:ext uri="{BB962C8B-B14F-4D97-AF65-F5344CB8AC3E}">
        <p14:creationId xmlns:p14="http://schemas.microsoft.com/office/powerpoint/2010/main" val="4304034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22AB6-E8E5-3668-63EE-72744F3043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852DE3-F9E7-1119-5B05-F5F51AA1DD96}"/>
              </a:ext>
            </a:extLst>
          </p:cNvPr>
          <p:cNvSpPr>
            <a:spLocks noGrp="1"/>
          </p:cNvSpPr>
          <p:nvPr>
            <p:ph type="title"/>
          </p:nvPr>
        </p:nvSpPr>
        <p:spPr>
          <a:xfrm>
            <a:off x="773636" y="315532"/>
            <a:ext cx="10363201" cy="1629601"/>
          </a:xfrm>
        </p:spPr>
        <p:txBody>
          <a:bodyPr/>
          <a:lstStyle/>
          <a:p>
            <a:r>
              <a:rPr lang="en-US" dirty="0"/>
              <a:t>MILESTONES</a:t>
            </a:r>
          </a:p>
        </p:txBody>
      </p:sp>
      <p:sp>
        <p:nvSpPr>
          <p:cNvPr id="5" name="Slide Number Placeholder 4">
            <a:extLst>
              <a:ext uri="{FF2B5EF4-FFF2-40B4-BE49-F238E27FC236}">
                <a16:creationId xmlns:a16="http://schemas.microsoft.com/office/drawing/2014/main" id="{6049EEBF-4A30-00DF-5A3D-49FA223F1B7C}"/>
              </a:ext>
            </a:extLst>
          </p:cNvPr>
          <p:cNvSpPr>
            <a:spLocks noGrp="1"/>
          </p:cNvSpPr>
          <p:nvPr>
            <p:ph type="sldNum" sz="quarter" idx="4"/>
          </p:nvPr>
        </p:nvSpPr>
        <p:spPr>
          <a:xfrm>
            <a:off x="914400" y="6246254"/>
            <a:ext cx="631065" cy="29621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5CEABB6-07DC-46E8-9B57-56EC44A396E5}" type="slidenum">
              <a:rPr kumimoji="0" lang="en-US" sz="1200" b="0" i="0" u="none" strike="noStrike" kern="1200" cap="none" spc="0" normalizeH="0" baseline="0" noProof="0" smtClean="0">
                <a:ln>
                  <a:noFill/>
                </a:ln>
                <a:solidFill>
                  <a:prstClr val="black"/>
                </a:solidFill>
                <a:effectLst/>
                <a:uLnTx/>
                <a:uFillTx/>
                <a:latin typeface="Tenorit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Tenorite"/>
              <a:ea typeface="+mn-ea"/>
              <a:cs typeface="+mn-cs"/>
            </a:endParaRPr>
          </a:p>
        </p:txBody>
      </p:sp>
      <p:sp>
        <p:nvSpPr>
          <p:cNvPr id="4" name="内容占位符 3">
            <a:extLst>
              <a:ext uri="{FF2B5EF4-FFF2-40B4-BE49-F238E27FC236}">
                <a16:creationId xmlns:a16="http://schemas.microsoft.com/office/drawing/2014/main" id="{5A252313-F835-4B70-48C9-20232211AFCC}"/>
              </a:ext>
            </a:extLst>
          </p:cNvPr>
          <p:cNvSpPr>
            <a:spLocks noGrp="1"/>
          </p:cNvSpPr>
          <p:nvPr>
            <p:ph sz="quarter" idx="10"/>
          </p:nvPr>
        </p:nvSpPr>
        <p:spPr>
          <a:xfrm>
            <a:off x="2021306" y="1954426"/>
            <a:ext cx="6882062" cy="4642043"/>
          </a:xfrm>
        </p:spPr>
        <p:txBody>
          <a:bodyPr>
            <a:normAutofit/>
          </a:bodyPr>
          <a:lstStyle/>
          <a:p>
            <a:pPr marL="457200" lvl="1" indent="0">
              <a:buNone/>
            </a:pPr>
            <a:endParaRPr lang="en-US" altLang="zh-CN"/>
          </a:p>
          <a:p>
            <a:pPr marL="0" indent="0">
              <a:buNone/>
            </a:pPr>
            <a:endParaRPr lang="zh-CN" altLang="en-US" dirty="0"/>
          </a:p>
        </p:txBody>
      </p:sp>
      <p:sp>
        <p:nvSpPr>
          <p:cNvPr id="7" name="文本框 6">
            <a:extLst>
              <a:ext uri="{FF2B5EF4-FFF2-40B4-BE49-F238E27FC236}">
                <a16:creationId xmlns:a16="http://schemas.microsoft.com/office/drawing/2014/main" id="{93CF84B5-EFB2-6D14-11D4-77EECE7B6814}"/>
              </a:ext>
            </a:extLst>
          </p:cNvPr>
          <p:cNvSpPr txBox="1"/>
          <p:nvPr/>
        </p:nvSpPr>
        <p:spPr>
          <a:xfrm>
            <a:off x="773636" y="1628878"/>
            <a:ext cx="8903369" cy="377026"/>
          </a:xfrm>
          <a:prstGeom prst="rect">
            <a:avLst/>
          </a:prstGeom>
          <a:noFill/>
        </p:spPr>
        <p:txBody>
          <a:bodyPr wrap="square">
            <a:spAutoFit/>
          </a:bodyPr>
          <a:lstStyle/>
          <a:p>
            <a:pPr>
              <a:lnSpc>
                <a:spcPct val="90000"/>
              </a:lnSpc>
              <a:spcAft>
                <a:spcPts val="1200"/>
              </a:spcAft>
              <a:buFont typeface="Arial" panose="020B0604020202020204" pitchFamily="34" charset="0"/>
              <a:buNone/>
            </a:pPr>
            <a:endParaRPr lang="en-US" altLang="zh-CN" sz="2000" dirty="0"/>
          </a:p>
        </p:txBody>
      </p:sp>
      <p:pic>
        <p:nvPicPr>
          <p:cNvPr id="9" name="Picture 8">
            <a:extLst>
              <a:ext uri="{FF2B5EF4-FFF2-40B4-BE49-F238E27FC236}">
                <a16:creationId xmlns:a16="http://schemas.microsoft.com/office/drawing/2014/main" id="{DECE1A86-B1BC-87FB-C04A-FF52ED82BA94}"/>
              </a:ext>
            </a:extLst>
          </p:cNvPr>
          <p:cNvPicPr>
            <a:picLocks noChangeAspect="1"/>
          </p:cNvPicPr>
          <p:nvPr/>
        </p:nvPicPr>
        <p:blipFill>
          <a:blip r:embed="rId3"/>
          <a:stretch>
            <a:fillRect/>
          </a:stretch>
        </p:blipFill>
        <p:spPr>
          <a:xfrm>
            <a:off x="2368549" y="1504950"/>
            <a:ext cx="8992999" cy="4642042"/>
          </a:xfrm>
          <a:prstGeom prst="rect">
            <a:avLst/>
          </a:prstGeom>
        </p:spPr>
      </p:pic>
    </p:spTree>
    <p:extLst>
      <p:ext uri="{BB962C8B-B14F-4D97-AF65-F5344CB8AC3E}">
        <p14:creationId xmlns:p14="http://schemas.microsoft.com/office/powerpoint/2010/main" val="34713550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1E185-F53A-8F5F-BEBA-3E2AEA5941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6577A3-9F5B-8C88-0903-3627F8EE7ABA}"/>
              </a:ext>
            </a:extLst>
          </p:cNvPr>
          <p:cNvSpPr>
            <a:spLocks noGrp="1"/>
          </p:cNvSpPr>
          <p:nvPr>
            <p:ph type="title"/>
          </p:nvPr>
        </p:nvSpPr>
        <p:spPr>
          <a:xfrm>
            <a:off x="330200" y="19318"/>
            <a:ext cx="10363201" cy="1629601"/>
          </a:xfrm>
        </p:spPr>
        <p:txBody>
          <a:bodyPr/>
          <a:lstStyle/>
          <a:p>
            <a:r>
              <a:rPr lang="en-US" b="1" dirty="0"/>
              <a:t>What We Programmed in Scala</a:t>
            </a:r>
            <a:endParaRPr lang="en-US" dirty="0"/>
          </a:p>
        </p:txBody>
      </p:sp>
      <p:sp>
        <p:nvSpPr>
          <p:cNvPr id="5" name="Slide Number Placeholder 4">
            <a:extLst>
              <a:ext uri="{FF2B5EF4-FFF2-40B4-BE49-F238E27FC236}">
                <a16:creationId xmlns:a16="http://schemas.microsoft.com/office/drawing/2014/main" id="{C4256F9E-D524-D99F-C2F5-08E31709E9D0}"/>
              </a:ext>
            </a:extLst>
          </p:cNvPr>
          <p:cNvSpPr>
            <a:spLocks noGrp="1"/>
          </p:cNvSpPr>
          <p:nvPr>
            <p:ph type="sldNum" sz="quarter" idx="4"/>
          </p:nvPr>
        </p:nvSpPr>
        <p:spPr>
          <a:xfrm>
            <a:off x="914400" y="6246254"/>
            <a:ext cx="631065" cy="296214"/>
          </a:xfrm>
        </p:spPr>
        <p:txBody>
          <a:bodyPr/>
          <a:lstStyle/>
          <a:p>
            <a:fld id="{B5CEABB6-07DC-46E8-9B57-56EC44A396E5}" type="slidenum">
              <a:rPr lang="en-US" smtClean="0"/>
              <a:pPr/>
              <a:t>5</a:t>
            </a:fld>
            <a:endParaRPr lang="en-US"/>
          </a:p>
        </p:txBody>
      </p:sp>
      <p:sp>
        <p:nvSpPr>
          <p:cNvPr id="4" name="Content Placeholder 3">
            <a:extLst>
              <a:ext uri="{FF2B5EF4-FFF2-40B4-BE49-F238E27FC236}">
                <a16:creationId xmlns:a16="http://schemas.microsoft.com/office/drawing/2014/main" id="{6978B111-2134-CCC9-418A-6F17E299810B}"/>
              </a:ext>
            </a:extLst>
          </p:cNvPr>
          <p:cNvSpPr>
            <a:spLocks noGrp="1"/>
          </p:cNvSpPr>
          <p:nvPr>
            <p:ph sz="quarter" idx="10"/>
          </p:nvPr>
        </p:nvSpPr>
        <p:spPr>
          <a:xfrm>
            <a:off x="914399" y="1143000"/>
            <a:ext cx="9169401" cy="5715000"/>
          </a:xfrm>
        </p:spPr>
        <p:txBody>
          <a:bodyPr>
            <a:normAutofit lnSpcReduction="10000"/>
          </a:bodyPr>
          <a:lstStyle/>
          <a:p>
            <a:pPr marL="0" indent="0">
              <a:buNone/>
            </a:pPr>
            <a:r>
              <a:rPr lang="en-US" sz="2600" b="1" dirty="0"/>
              <a:t>Implemented in Scala</a:t>
            </a:r>
          </a:p>
          <a:p>
            <a:pPr marL="0" indent="0">
              <a:buNone/>
            </a:pPr>
            <a:endParaRPr lang="en-US" sz="2600" dirty="0"/>
          </a:p>
          <a:p>
            <a:r>
              <a:rPr lang="en-US" b="1" dirty="0"/>
              <a:t>Typed CSV Parsing</a:t>
            </a:r>
            <a:r>
              <a:rPr lang="en-US" dirty="0"/>
              <a:t> (</a:t>
            </a:r>
            <a:r>
              <a:rPr lang="en-US" dirty="0" err="1"/>
              <a:t>TableParser</a:t>
            </a:r>
            <a:r>
              <a:rPr lang="en-US" dirty="0"/>
              <a:t>)</a:t>
            </a:r>
          </a:p>
          <a:p>
            <a:r>
              <a:rPr lang="en-US" b="1" dirty="0"/>
              <a:t>Data Cleaning &amp; Transformation</a:t>
            </a:r>
            <a:r>
              <a:rPr lang="en-US" dirty="0"/>
              <a:t> (</a:t>
            </a:r>
            <a:r>
              <a:rPr lang="en-US" dirty="0" err="1"/>
              <a:t>Formats.scala</a:t>
            </a:r>
            <a:r>
              <a:rPr lang="en-US" dirty="0"/>
              <a:t>, </a:t>
            </a:r>
            <a:r>
              <a:rPr lang="en-US" dirty="0" err="1"/>
              <a:t>LandingReader</a:t>
            </a:r>
            <a:r>
              <a:rPr lang="en-US" dirty="0"/>
              <a:t>)</a:t>
            </a:r>
          </a:p>
          <a:p>
            <a:r>
              <a:rPr lang="en-US" b="1" dirty="0"/>
              <a:t>Domain Model</a:t>
            </a:r>
            <a:r>
              <a:rPr lang="en-US" dirty="0"/>
              <a:t> (</a:t>
            </a:r>
            <a:r>
              <a:rPr lang="en-US" dirty="0" err="1"/>
              <a:t>LandingRecord</a:t>
            </a:r>
            <a:r>
              <a:rPr lang="en-US" dirty="0"/>
              <a:t>)</a:t>
            </a:r>
          </a:p>
          <a:p>
            <a:r>
              <a:rPr lang="en-US" b="1" dirty="0"/>
              <a:t>Aggregation Logic</a:t>
            </a:r>
            <a:r>
              <a:rPr lang="en-US" dirty="0"/>
              <a:t> (monthly grouping &amp; baseline computation)</a:t>
            </a:r>
          </a:p>
          <a:p>
            <a:r>
              <a:rPr lang="en-US" b="1" dirty="0" err="1"/>
              <a:t>ForecastService</a:t>
            </a:r>
            <a:r>
              <a:rPr lang="en-US" dirty="0"/>
              <a:t> (MA-6 model &amp; trend-based forecasting)</a:t>
            </a:r>
          </a:p>
          <a:p>
            <a:r>
              <a:rPr lang="en-US" b="1" dirty="0"/>
              <a:t>Akka Typed Actors</a:t>
            </a:r>
            <a:br>
              <a:rPr lang="en-US" dirty="0"/>
            </a:br>
            <a:endParaRPr lang="en-US" dirty="0"/>
          </a:p>
          <a:p>
            <a:r>
              <a:rPr lang="en-US" b="1" dirty="0"/>
              <a:t>Output Writers</a:t>
            </a:r>
            <a:r>
              <a:rPr lang="en-US" dirty="0"/>
              <a:t> (</a:t>
            </a:r>
            <a:r>
              <a:rPr lang="en-US" dirty="0" err="1"/>
              <a:t>forecasts.csv</a:t>
            </a:r>
            <a:r>
              <a:rPr lang="en-US" dirty="0"/>
              <a:t>, </a:t>
            </a:r>
            <a:r>
              <a:rPr lang="en-US" dirty="0" err="1"/>
              <a:t>anomalies.csv</a:t>
            </a:r>
            <a:r>
              <a:rPr lang="en-US" dirty="0"/>
              <a:t>)</a:t>
            </a:r>
          </a:p>
          <a:p>
            <a:pPr marL="0" indent="0">
              <a:buNone/>
            </a:pPr>
            <a:endParaRPr lang="en-US" dirty="0"/>
          </a:p>
          <a:p>
            <a:r>
              <a:rPr lang="en-US" dirty="0" err="1"/>
              <a:t>LandingRecommender</a:t>
            </a:r>
            <a:r>
              <a:rPr lang="en-US" dirty="0"/>
              <a:t> — anomaly detection</a:t>
            </a:r>
          </a:p>
          <a:p>
            <a:r>
              <a:rPr lang="en-US" dirty="0" err="1"/>
              <a:t>RecordKeeper</a:t>
            </a:r>
            <a:r>
              <a:rPr lang="en-US" dirty="0"/>
              <a:t> — anomaly storage + CSV writing</a:t>
            </a:r>
          </a:p>
          <a:p>
            <a:r>
              <a:rPr lang="en-US" dirty="0"/>
              <a:t>Guardian — system supervision</a:t>
            </a:r>
          </a:p>
        </p:txBody>
      </p:sp>
    </p:spTree>
    <p:extLst>
      <p:ext uri="{BB962C8B-B14F-4D97-AF65-F5344CB8AC3E}">
        <p14:creationId xmlns:p14="http://schemas.microsoft.com/office/powerpoint/2010/main" val="1526599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2D586-3F7C-3202-E4F4-1F65B9A7D428}"/>
              </a:ext>
            </a:extLst>
          </p:cNvPr>
          <p:cNvSpPr>
            <a:spLocks noGrp="1"/>
          </p:cNvSpPr>
          <p:nvPr>
            <p:ph type="title"/>
          </p:nvPr>
        </p:nvSpPr>
        <p:spPr>
          <a:xfrm>
            <a:off x="914399" y="365125"/>
            <a:ext cx="10363201" cy="1629601"/>
          </a:xfrm>
        </p:spPr>
        <p:txBody>
          <a:bodyPr/>
          <a:lstStyle/>
          <a:p>
            <a:r>
              <a:rPr lang="en-US" dirty="0"/>
              <a:t>Tech stack</a:t>
            </a:r>
          </a:p>
        </p:txBody>
      </p:sp>
      <p:sp>
        <p:nvSpPr>
          <p:cNvPr id="3" name="Content Placeholder 2">
            <a:extLst>
              <a:ext uri="{FF2B5EF4-FFF2-40B4-BE49-F238E27FC236}">
                <a16:creationId xmlns:a16="http://schemas.microsoft.com/office/drawing/2014/main" id="{375DADF2-8E4D-6C0E-0FA2-C5228AF29C1D}"/>
              </a:ext>
            </a:extLst>
          </p:cNvPr>
          <p:cNvSpPr>
            <a:spLocks noGrp="1"/>
          </p:cNvSpPr>
          <p:nvPr>
            <p:ph sz="quarter" idx="10"/>
          </p:nvPr>
        </p:nvSpPr>
        <p:spPr>
          <a:xfrm>
            <a:off x="391887" y="1705726"/>
            <a:ext cx="10130970" cy="4836741"/>
          </a:xfrm>
        </p:spPr>
        <p:txBody>
          <a:bodyPr vert="horz" lIns="91440" tIns="45720" rIns="91440" bIns="45720" rtlCol="0" anchor="t">
            <a:normAutofit/>
          </a:bodyPr>
          <a:lstStyle/>
          <a:p>
            <a:pPr marL="0" indent="0">
              <a:buNone/>
            </a:pPr>
            <a:r>
              <a:rPr lang="en-US" sz="2800" b="1" dirty="0"/>
              <a:t>Scala 2.13 + Akka Toolkit</a:t>
            </a:r>
          </a:p>
          <a:p>
            <a:r>
              <a:rPr lang="en-US" sz="2800" b="1" dirty="0"/>
              <a:t>Akka Actors </a:t>
            </a:r>
            <a:r>
              <a:rPr lang="en-US" sz="2800" dirty="0"/>
              <a:t>- Concurrent message-driven architecture</a:t>
            </a:r>
          </a:p>
          <a:p>
            <a:r>
              <a:rPr lang="en-US" sz="2800" b="1" dirty="0"/>
              <a:t>Akka Streams</a:t>
            </a:r>
            <a:r>
              <a:rPr lang="en-US" sz="2800" dirty="0"/>
              <a:t> - Reactive data processing</a:t>
            </a:r>
          </a:p>
          <a:p>
            <a:r>
              <a:rPr lang="en-US" sz="2800" b="1" dirty="0"/>
              <a:t>Apache Spark</a:t>
            </a:r>
            <a:r>
              <a:rPr lang="en-US" sz="2800" dirty="0"/>
              <a:t> - Batch analytics </a:t>
            </a:r>
          </a:p>
          <a:p>
            <a:r>
              <a:rPr lang="en-US" sz="2800" b="1" dirty="0" err="1"/>
              <a:t>TableParser</a:t>
            </a:r>
            <a:r>
              <a:rPr lang="en-US" sz="2800" dirty="0"/>
              <a:t> </a:t>
            </a:r>
          </a:p>
          <a:p>
            <a:r>
              <a:rPr lang="en-US" sz="2800" b="1" dirty="0" err="1"/>
              <a:t>ScalaTest</a:t>
            </a:r>
            <a:r>
              <a:rPr lang="en-US" sz="2800" b="1" dirty="0"/>
              <a:t> + Akka </a:t>
            </a:r>
            <a:r>
              <a:rPr lang="en-US" sz="2800" b="1" dirty="0" err="1"/>
              <a:t>TestKit</a:t>
            </a:r>
            <a:r>
              <a:rPr lang="en-US" sz="2800" dirty="0"/>
              <a:t> - Testing framework</a:t>
            </a:r>
          </a:p>
        </p:txBody>
      </p:sp>
      <p:sp>
        <p:nvSpPr>
          <p:cNvPr id="5" name="Slide Number Placeholder 4">
            <a:extLst>
              <a:ext uri="{FF2B5EF4-FFF2-40B4-BE49-F238E27FC236}">
                <a16:creationId xmlns:a16="http://schemas.microsoft.com/office/drawing/2014/main" id="{FD4FFC83-A1E8-FCEA-2C47-38C5ADAEA1CA}"/>
              </a:ext>
            </a:extLst>
          </p:cNvPr>
          <p:cNvSpPr>
            <a:spLocks noGrp="1"/>
          </p:cNvSpPr>
          <p:nvPr>
            <p:ph type="sldNum" sz="quarter" idx="4"/>
          </p:nvPr>
        </p:nvSpPr>
        <p:spPr>
          <a:xfrm>
            <a:off x="914400" y="6246254"/>
            <a:ext cx="631065" cy="296214"/>
          </a:xfrm>
        </p:spPr>
        <p:txBody>
          <a:bodyPr/>
          <a:lstStyle/>
          <a:p>
            <a:fld id="{B5CEABB6-07DC-46E8-9B57-56EC44A396E5}" type="slidenum">
              <a:rPr lang="en-US" smtClean="0"/>
              <a:pPr/>
              <a:t>6</a:t>
            </a:fld>
            <a:endParaRPr lang="en-US"/>
          </a:p>
        </p:txBody>
      </p:sp>
    </p:spTree>
    <p:extLst>
      <p:ext uri="{BB962C8B-B14F-4D97-AF65-F5344CB8AC3E}">
        <p14:creationId xmlns:p14="http://schemas.microsoft.com/office/powerpoint/2010/main" val="3805671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7A8AC-CFA7-6006-80A8-8125681C1F49}"/>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45B7AA2-A592-70DF-FFE5-2548CB3A1F8A}"/>
              </a:ext>
            </a:extLst>
          </p:cNvPr>
          <p:cNvSpPr>
            <a:spLocks noGrp="1"/>
          </p:cNvSpPr>
          <p:nvPr>
            <p:ph type="sldNum" sz="quarter" idx="4"/>
          </p:nvPr>
        </p:nvSpPr>
        <p:spPr>
          <a:xfrm>
            <a:off x="914400" y="6246254"/>
            <a:ext cx="631065" cy="296214"/>
          </a:xfrm>
        </p:spPr>
        <p:txBody>
          <a:bodyPr/>
          <a:lstStyle/>
          <a:p>
            <a:fld id="{B5CEABB6-07DC-46E8-9B57-56EC44A396E5}" type="slidenum">
              <a:rPr lang="en-US" smtClean="0"/>
              <a:pPr/>
              <a:t>7</a:t>
            </a:fld>
            <a:endParaRPr lang="en-US"/>
          </a:p>
        </p:txBody>
      </p:sp>
      <p:sp>
        <p:nvSpPr>
          <p:cNvPr id="4" name="Content Placeholder 3">
            <a:extLst>
              <a:ext uri="{FF2B5EF4-FFF2-40B4-BE49-F238E27FC236}">
                <a16:creationId xmlns:a16="http://schemas.microsoft.com/office/drawing/2014/main" id="{72B0C95E-AF81-0892-4AA1-C756D071BBE8}"/>
              </a:ext>
            </a:extLst>
          </p:cNvPr>
          <p:cNvSpPr>
            <a:spLocks noGrp="1"/>
          </p:cNvSpPr>
          <p:nvPr>
            <p:ph sz="quarter" idx="10"/>
          </p:nvPr>
        </p:nvSpPr>
        <p:spPr/>
        <p:txBody>
          <a:bodyPr/>
          <a:lstStyle/>
          <a:p>
            <a:endParaRPr lang="en-US"/>
          </a:p>
        </p:txBody>
      </p:sp>
      <p:sp>
        <p:nvSpPr>
          <p:cNvPr id="7" name="Title 6">
            <a:extLst>
              <a:ext uri="{FF2B5EF4-FFF2-40B4-BE49-F238E27FC236}">
                <a16:creationId xmlns:a16="http://schemas.microsoft.com/office/drawing/2014/main" id="{78BCE2CD-F736-FCBF-FBD1-134E11F45CC0}"/>
              </a:ext>
            </a:extLst>
          </p:cNvPr>
          <p:cNvSpPr>
            <a:spLocks noGrp="1"/>
          </p:cNvSpPr>
          <p:nvPr>
            <p:ph type="title"/>
          </p:nvPr>
        </p:nvSpPr>
        <p:spPr/>
        <p:txBody>
          <a:bodyPr/>
          <a:lstStyle/>
          <a:p>
            <a:endParaRPr lang="en-US"/>
          </a:p>
        </p:txBody>
      </p:sp>
      <p:pic>
        <p:nvPicPr>
          <p:cNvPr id="1028" name="Picture 4">
            <a:extLst>
              <a:ext uri="{FF2B5EF4-FFF2-40B4-BE49-F238E27FC236}">
                <a16:creationId xmlns:a16="http://schemas.microsoft.com/office/drawing/2014/main" id="{3F8BDC8F-6F4D-2B85-AE59-83DF1C79C1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9428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446C0-B5FA-7E6B-8D86-A37EA3294A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C4A58A-1AD5-1600-FC35-3BCDA55331AF}"/>
              </a:ext>
            </a:extLst>
          </p:cNvPr>
          <p:cNvSpPr>
            <a:spLocks noGrp="1"/>
          </p:cNvSpPr>
          <p:nvPr>
            <p:ph type="title"/>
          </p:nvPr>
        </p:nvSpPr>
        <p:spPr>
          <a:xfrm>
            <a:off x="914399" y="365125"/>
            <a:ext cx="10363201" cy="1629601"/>
          </a:xfrm>
        </p:spPr>
        <p:txBody>
          <a:bodyPr/>
          <a:lstStyle/>
          <a:p>
            <a:endParaRPr lang="en-US" dirty="0"/>
          </a:p>
        </p:txBody>
      </p:sp>
      <p:sp>
        <p:nvSpPr>
          <p:cNvPr id="3" name="Content Placeholder 2">
            <a:extLst>
              <a:ext uri="{FF2B5EF4-FFF2-40B4-BE49-F238E27FC236}">
                <a16:creationId xmlns:a16="http://schemas.microsoft.com/office/drawing/2014/main" id="{7AD3C7F9-BE00-B2BF-C747-43A4D11EB18F}"/>
              </a:ext>
            </a:extLst>
          </p:cNvPr>
          <p:cNvSpPr>
            <a:spLocks noGrp="1"/>
          </p:cNvSpPr>
          <p:nvPr>
            <p:ph sz="quarter" idx="10"/>
          </p:nvPr>
        </p:nvSpPr>
        <p:spPr>
          <a:xfrm>
            <a:off x="391887" y="1705726"/>
            <a:ext cx="10130970" cy="4836741"/>
          </a:xfrm>
        </p:spPr>
        <p:txBody>
          <a:bodyPr vert="horz" lIns="91440" tIns="45720" rIns="91440" bIns="45720" rtlCol="0" anchor="t">
            <a:normAutofit/>
          </a:bodyPr>
          <a:lstStyle/>
          <a:p>
            <a:pPr marL="0" indent="0">
              <a:buNone/>
            </a:pPr>
            <a:endParaRPr lang="en-US" sz="2800" dirty="0"/>
          </a:p>
        </p:txBody>
      </p:sp>
      <p:sp>
        <p:nvSpPr>
          <p:cNvPr id="5" name="Slide Number Placeholder 4">
            <a:extLst>
              <a:ext uri="{FF2B5EF4-FFF2-40B4-BE49-F238E27FC236}">
                <a16:creationId xmlns:a16="http://schemas.microsoft.com/office/drawing/2014/main" id="{0960DB8F-9AC8-AF28-A208-856D57F9EE85}"/>
              </a:ext>
            </a:extLst>
          </p:cNvPr>
          <p:cNvSpPr>
            <a:spLocks noGrp="1"/>
          </p:cNvSpPr>
          <p:nvPr>
            <p:ph type="sldNum" sz="quarter" idx="4"/>
          </p:nvPr>
        </p:nvSpPr>
        <p:spPr>
          <a:xfrm>
            <a:off x="914400" y="6246254"/>
            <a:ext cx="631065" cy="296214"/>
          </a:xfrm>
        </p:spPr>
        <p:txBody>
          <a:bodyPr/>
          <a:lstStyle/>
          <a:p>
            <a:fld id="{B5CEABB6-07DC-46E8-9B57-56EC44A396E5}" type="slidenum">
              <a:rPr lang="en-US" smtClean="0"/>
              <a:pPr/>
              <a:t>8</a:t>
            </a:fld>
            <a:endParaRPr lang="en-US"/>
          </a:p>
        </p:txBody>
      </p:sp>
      <p:pic>
        <p:nvPicPr>
          <p:cNvPr id="2050" name="Picture 2">
            <a:extLst>
              <a:ext uri="{FF2B5EF4-FFF2-40B4-BE49-F238E27FC236}">
                <a16:creationId xmlns:a16="http://schemas.microsoft.com/office/drawing/2014/main" id="{EE5EEE68-9FA8-0CEA-F36A-94563FE569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42274"/>
            <a:ext cx="12070080" cy="6815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1195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48C15-8FAB-FBA5-028E-98727CC787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EDF2AC-8629-9C36-8648-9552D47DA5BE}"/>
              </a:ext>
            </a:extLst>
          </p:cNvPr>
          <p:cNvSpPr>
            <a:spLocks noGrp="1"/>
          </p:cNvSpPr>
          <p:nvPr>
            <p:ph type="title"/>
          </p:nvPr>
        </p:nvSpPr>
        <p:spPr>
          <a:xfrm>
            <a:off x="318552" y="229312"/>
            <a:ext cx="10363201" cy="998846"/>
          </a:xfrm>
        </p:spPr>
        <p:txBody>
          <a:bodyPr/>
          <a:lstStyle/>
          <a:p>
            <a:r>
              <a:rPr lang="en-US" altLang="zh-CN" dirty="0"/>
              <a:t>Methodology—Data Cleaning</a:t>
            </a:r>
            <a:endParaRPr lang="en-US" dirty="0"/>
          </a:p>
        </p:txBody>
      </p:sp>
      <p:sp>
        <p:nvSpPr>
          <p:cNvPr id="5" name="Slide Number Placeholder 4">
            <a:extLst>
              <a:ext uri="{FF2B5EF4-FFF2-40B4-BE49-F238E27FC236}">
                <a16:creationId xmlns:a16="http://schemas.microsoft.com/office/drawing/2014/main" id="{B04118CC-6EE8-4BCE-EB62-8A0083B94C2C}"/>
              </a:ext>
            </a:extLst>
          </p:cNvPr>
          <p:cNvSpPr>
            <a:spLocks noGrp="1"/>
          </p:cNvSpPr>
          <p:nvPr>
            <p:ph type="sldNum" sz="quarter" idx="4"/>
          </p:nvPr>
        </p:nvSpPr>
        <p:spPr>
          <a:xfrm>
            <a:off x="914400" y="6246254"/>
            <a:ext cx="631065" cy="29621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5CEABB6-07DC-46E8-9B57-56EC44A396E5}" type="slidenum">
              <a:rPr kumimoji="0" lang="en-US" sz="1200" b="0" i="0" u="none" strike="noStrike" kern="1200" cap="none" spc="0" normalizeH="0" baseline="0" noProof="0" smtClean="0">
                <a:ln>
                  <a:noFill/>
                </a:ln>
                <a:solidFill>
                  <a:prstClr val="black"/>
                </a:solidFill>
                <a:effectLst/>
                <a:uLnTx/>
                <a:uFillTx/>
                <a:latin typeface="Tenorit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Tenorite"/>
              <a:ea typeface="+mn-ea"/>
              <a:cs typeface="+mn-cs"/>
            </a:endParaRPr>
          </a:p>
        </p:txBody>
      </p:sp>
      <p:sp>
        <p:nvSpPr>
          <p:cNvPr id="6" name="TextBox 5">
            <a:extLst>
              <a:ext uri="{FF2B5EF4-FFF2-40B4-BE49-F238E27FC236}">
                <a16:creationId xmlns:a16="http://schemas.microsoft.com/office/drawing/2014/main" id="{B9E3F0AF-15C8-C681-7AD7-1F3D8DDA0FEF}"/>
              </a:ext>
            </a:extLst>
          </p:cNvPr>
          <p:cNvSpPr txBox="1"/>
          <p:nvPr/>
        </p:nvSpPr>
        <p:spPr>
          <a:xfrm>
            <a:off x="1193800" y="2539374"/>
            <a:ext cx="1007533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enorite"/>
              <a:ea typeface="+mn-ea"/>
              <a:cs typeface="+mn-cs"/>
            </a:endParaRPr>
          </a:p>
        </p:txBody>
      </p:sp>
      <p:sp>
        <p:nvSpPr>
          <p:cNvPr id="9" name="Content Placeholder 2">
            <a:extLst>
              <a:ext uri="{FF2B5EF4-FFF2-40B4-BE49-F238E27FC236}">
                <a16:creationId xmlns:a16="http://schemas.microsoft.com/office/drawing/2014/main" id="{5E5EB33B-73BF-F904-2DE8-F8954C790360}"/>
              </a:ext>
            </a:extLst>
          </p:cNvPr>
          <p:cNvSpPr txBox="1">
            <a:spLocks/>
          </p:cNvSpPr>
          <p:nvPr/>
        </p:nvSpPr>
        <p:spPr>
          <a:xfrm>
            <a:off x="318552" y="1332281"/>
            <a:ext cx="11975124" cy="576775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0"/>
              </a:spcBef>
              <a:spcAft>
                <a:spcPts val="1200"/>
              </a:spcAft>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0"/>
              </a:spcBef>
              <a:spcAft>
                <a:spcPts val="1200"/>
              </a:spcAft>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0"/>
              </a:spcBef>
              <a:spcAft>
                <a:spcPts val="1200"/>
              </a:spcAft>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0"/>
              </a:spcBef>
              <a:spcAft>
                <a:spcPts val="12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400" dirty="0">
                <a:solidFill>
                  <a:prstClr val="black"/>
                </a:solidFill>
                <a:latin typeface="Tenorite"/>
              </a:rPr>
              <a:t>We built a three-layer data ingestion pipeline:</a:t>
            </a:r>
          </a:p>
          <a:p>
            <a:pPr marL="457200" lvl="0" indent="-457200">
              <a:buAutoNum type="arabicPeriod"/>
            </a:pPr>
            <a:r>
              <a:rPr lang="en-US" altLang="zh-CN" sz="2400" dirty="0" err="1"/>
              <a:t>LandingTableParser</a:t>
            </a:r>
            <a:r>
              <a:rPr kumimoji="0" lang="en-US" sz="2400" b="0" i="0" u="none" strike="noStrike" kern="1200" cap="none" spc="0" normalizeH="0" baseline="0" noProof="1">
                <a:ln>
                  <a:noFill/>
                </a:ln>
                <a:solidFill>
                  <a:prstClr val="black"/>
                </a:solidFill>
                <a:effectLst/>
                <a:uLnTx/>
                <a:uFillTx/>
                <a:latin typeface="Tenorite"/>
                <a:ea typeface="+mn-ea"/>
                <a:cs typeface="+mn-cs"/>
              </a:rPr>
              <a:t>: W</a:t>
            </a:r>
            <a:r>
              <a:rPr lang="en-US" altLang="zh-CN" sz="2400" noProof="1">
                <a:solidFill>
                  <a:prstClr val="black"/>
                </a:solidFill>
                <a:latin typeface="Tenorite"/>
              </a:rPr>
              <a:t>e </a:t>
            </a:r>
            <a:r>
              <a:rPr kumimoji="0" lang="en-US" sz="2400" b="0" i="0" u="none" strike="noStrike" kern="1200" cap="none" spc="0" normalizeH="0" baseline="0" noProof="1">
                <a:ln>
                  <a:noFill/>
                </a:ln>
                <a:solidFill>
                  <a:prstClr val="black"/>
                </a:solidFill>
                <a:effectLst/>
                <a:uLnTx/>
                <a:uFillTx/>
                <a:latin typeface="Tenorite"/>
                <a:ea typeface="+mn-ea"/>
                <a:cs typeface="+mn-cs"/>
              </a:rPr>
              <a:t>use TableParser to convert raw CSV files into strongly typed rows (LandingRow) based on the exact column headers in the dataset.Parsing is performed by column name</a:t>
            </a:r>
          </a:p>
          <a:p>
            <a:pPr marL="457200" lvl="0" indent="-457200">
              <a:buAutoNum type="arabicPeriod"/>
            </a:pPr>
            <a:r>
              <a:rPr kumimoji="0" lang="en-US" sz="2400" b="0" i="0" u="none" strike="noStrike" kern="1200" cap="none" spc="0" normalizeH="0" baseline="0" noProof="1">
                <a:ln>
                  <a:noFill/>
                </a:ln>
                <a:solidFill>
                  <a:prstClr val="black"/>
                </a:solidFill>
                <a:effectLst/>
                <a:uLnTx/>
                <a:uFillTx/>
                <a:latin typeface="Tenorite"/>
                <a:ea typeface="+mn-ea"/>
                <a:cs typeface="+mn-cs"/>
              </a:rPr>
              <a:t>Value Cleaning</a:t>
            </a:r>
            <a:r>
              <a:rPr lang="en-US" sz="2400" noProof="1">
                <a:solidFill>
                  <a:prstClr val="black"/>
                </a:solidFill>
                <a:latin typeface="Tenorite"/>
              </a:rPr>
              <a:t>:Since the raw CSV data contains quotes, commas, missing values, and invalid characters, we use Formats.scala to clean and convert all critical fields. The system converts YYYYMM time values into YearMonth, and landing counts and weights into Long and Double. All conversions use Option for fault-tolerant.</a:t>
            </a:r>
          </a:p>
          <a:p>
            <a:pPr marL="457200" indent="-457200">
              <a:buFont typeface="Arial" panose="020B0604020202020204" pitchFamily="34" charset="0"/>
              <a:buAutoNum type="arabicPeriod"/>
            </a:pPr>
            <a:r>
              <a:rPr lang="en-US" altLang="zh-CN" sz="2400" dirty="0">
                <a:solidFill>
                  <a:prstClr val="black"/>
                </a:solidFill>
                <a:latin typeface="Tenorite"/>
              </a:rPr>
              <a:t>The system converts cleaned </a:t>
            </a:r>
            <a:r>
              <a:rPr lang="en-US" altLang="zh-CN" sz="2400" dirty="0" err="1">
                <a:solidFill>
                  <a:prstClr val="black"/>
                </a:solidFill>
                <a:latin typeface="Tenorite"/>
              </a:rPr>
              <a:t>LandingRow</a:t>
            </a:r>
            <a:r>
              <a:rPr lang="en-US" altLang="zh-CN" sz="2400" dirty="0">
                <a:solidFill>
                  <a:prstClr val="black"/>
                </a:solidFill>
                <a:latin typeface="Tenorite"/>
              </a:rPr>
              <a:t> entries into </a:t>
            </a:r>
            <a:r>
              <a:rPr lang="en-US" altLang="zh-CN" sz="2400" dirty="0" err="1">
                <a:solidFill>
                  <a:prstClr val="black"/>
                </a:solidFill>
                <a:latin typeface="Tenorite"/>
              </a:rPr>
              <a:t>LandingRecord</a:t>
            </a:r>
            <a:r>
              <a:rPr lang="en-US" altLang="zh-CN" sz="2400" dirty="0">
                <a:solidFill>
                  <a:prstClr val="black"/>
                </a:solidFill>
                <a:latin typeface="Tenorite"/>
              </a:rPr>
              <a:t> and keeps only records with valid time, landing count, and weight, automatically filtering out all invalid data.</a:t>
            </a:r>
          </a:p>
          <a:p>
            <a:pPr marL="0" marR="0" lvl="0" indent="0" algn="l" defTabSz="914400" rtl="0" eaLnBrk="1" fontAlgn="auto" latinLnBrk="0" hangingPunct="1">
              <a:lnSpc>
                <a:spcPct val="90000"/>
              </a:lnSpc>
              <a:spcBef>
                <a:spcPts val="0"/>
              </a:spcBef>
              <a:spcAft>
                <a:spcPts val="1200"/>
              </a:spcAft>
              <a:buClrTx/>
              <a:buSzTx/>
              <a:buFont typeface="Arial" panose="020B0604020202020204" pitchFamily="34" charset="0"/>
              <a:buNone/>
              <a:tabLst/>
              <a:defRPr/>
            </a:pPr>
            <a:endParaRPr kumimoji="0" lang="en-US" sz="2400" b="0" i="0" u="none" strike="noStrike" kern="1200" cap="none" spc="0" normalizeH="0" baseline="0" noProof="1">
              <a:ln>
                <a:noFill/>
              </a:ln>
              <a:solidFill>
                <a:prstClr val="black"/>
              </a:solidFill>
              <a:effectLst/>
              <a:uLnTx/>
              <a:uFillTx/>
              <a:latin typeface="Tenorite"/>
              <a:ea typeface="+mn-ea"/>
              <a:cs typeface="+mn-cs"/>
            </a:endParaRPr>
          </a:p>
        </p:txBody>
      </p:sp>
    </p:spTree>
    <p:extLst>
      <p:ext uri="{BB962C8B-B14F-4D97-AF65-F5344CB8AC3E}">
        <p14:creationId xmlns:p14="http://schemas.microsoft.com/office/powerpoint/2010/main" val="2631358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6F530-A7AD-93A9-076D-D8CD5A771E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EA3FD7-D669-E0BB-C0EE-8C4C7F8EC8B7}"/>
              </a:ext>
            </a:extLst>
          </p:cNvPr>
          <p:cNvSpPr>
            <a:spLocks noGrp="1"/>
          </p:cNvSpPr>
          <p:nvPr>
            <p:ph type="title"/>
          </p:nvPr>
        </p:nvSpPr>
        <p:spPr>
          <a:xfrm>
            <a:off x="914399" y="365125"/>
            <a:ext cx="10363201" cy="1629601"/>
          </a:xfrm>
        </p:spPr>
        <p:txBody>
          <a:bodyPr/>
          <a:lstStyle/>
          <a:p>
            <a:r>
              <a:rPr lang="en-US" altLang="zh-CN" dirty="0"/>
              <a:t>Core Data Model</a:t>
            </a:r>
            <a:endParaRPr lang="en-US" dirty="0"/>
          </a:p>
        </p:txBody>
      </p:sp>
      <p:sp>
        <p:nvSpPr>
          <p:cNvPr id="3" name="Content Placeholder 2">
            <a:extLst>
              <a:ext uri="{FF2B5EF4-FFF2-40B4-BE49-F238E27FC236}">
                <a16:creationId xmlns:a16="http://schemas.microsoft.com/office/drawing/2014/main" id="{D19B66E2-C354-9B87-FEAA-CAFD39EC620C}"/>
              </a:ext>
            </a:extLst>
          </p:cNvPr>
          <p:cNvSpPr>
            <a:spLocks noGrp="1"/>
          </p:cNvSpPr>
          <p:nvPr>
            <p:ph sz="quarter" idx="10"/>
          </p:nvPr>
        </p:nvSpPr>
        <p:spPr>
          <a:xfrm>
            <a:off x="1055163" y="1561347"/>
            <a:ext cx="6260036" cy="4540527"/>
          </a:xfrm>
        </p:spPr>
        <p:txBody>
          <a:bodyPr vert="horz" lIns="91440" tIns="45720" rIns="91440" bIns="45720" rtlCol="0" anchor="t">
            <a:normAutofit lnSpcReduction="10000"/>
          </a:bodyPr>
          <a:lstStyle/>
          <a:p>
            <a:pPr marL="0" indent="0">
              <a:buNone/>
            </a:pPr>
            <a:r>
              <a:rPr lang="en-US" altLang="zh-CN" sz="2400" b="1" dirty="0" err="1"/>
              <a:t>LandingRecord</a:t>
            </a:r>
            <a:endParaRPr lang="en-US" altLang="zh-CN" sz="2400" dirty="0"/>
          </a:p>
          <a:p>
            <a:r>
              <a:rPr lang="en-US" altLang="zh-CN" dirty="0"/>
              <a:t>Period (</a:t>
            </a:r>
            <a:r>
              <a:rPr lang="en-US" altLang="zh-CN" dirty="0" err="1"/>
              <a:t>YearMonth</a:t>
            </a:r>
            <a:r>
              <a:rPr lang="en-US" altLang="zh-CN" dirty="0"/>
              <a:t>)</a:t>
            </a:r>
          </a:p>
          <a:p>
            <a:r>
              <a:rPr lang="en-US" altLang="zh-CN" dirty="0"/>
              <a:t>Airline</a:t>
            </a:r>
          </a:p>
          <a:p>
            <a:r>
              <a:rPr lang="en-US" altLang="zh-CN" dirty="0"/>
              <a:t>Geographical region</a:t>
            </a:r>
          </a:p>
          <a:p>
            <a:r>
              <a:rPr lang="en-US" altLang="zh-CN" dirty="0"/>
              <a:t>Aircraft type</a:t>
            </a:r>
          </a:p>
          <a:p>
            <a:r>
              <a:rPr lang="en-US" altLang="zh-CN" dirty="0"/>
              <a:t>Landing count</a:t>
            </a:r>
          </a:p>
          <a:p>
            <a:r>
              <a:rPr lang="en-US" altLang="zh-CN" dirty="0"/>
              <a:t>Landed weight</a:t>
            </a:r>
          </a:p>
          <a:p>
            <a:pPr marL="0" indent="0">
              <a:buNone/>
            </a:pPr>
            <a:r>
              <a:rPr lang="en-US" altLang="zh-CN" sz="2400" b="1" dirty="0"/>
              <a:t>This becomes the single source of truth for:</a:t>
            </a:r>
          </a:p>
          <a:p>
            <a:r>
              <a:rPr lang="en-US" altLang="zh-CN" dirty="0"/>
              <a:t>Aggregation</a:t>
            </a:r>
          </a:p>
          <a:p>
            <a:r>
              <a:rPr lang="en-US" altLang="zh-CN" dirty="0"/>
              <a:t>Forecasting</a:t>
            </a:r>
          </a:p>
          <a:p>
            <a:r>
              <a:rPr lang="en-US" altLang="zh-CN" dirty="0"/>
              <a:t>Anomaly detection</a:t>
            </a:r>
          </a:p>
        </p:txBody>
      </p:sp>
      <p:sp>
        <p:nvSpPr>
          <p:cNvPr id="5" name="Slide Number Placeholder 4">
            <a:extLst>
              <a:ext uri="{FF2B5EF4-FFF2-40B4-BE49-F238E27FC236}">
                <a16:creationId xmlns:a16="http://schemas.microsoft.com/office/drawing/2014/main" id="{0C736DDC-31DD-CD72-1751-5C7BD0D846CB}"/>
              </a:ext>
            </a:extLst>
          </p:cNvPr>
          <p:cNvSpPr>
            <a:spLocks noGrp="1"/>
          </p:cNvSpPr>
          <p:nvPr>
            <p:ph type="sldNum" sz="quarter" idx="4"/>
          </p:nvPr>
        </p:nvSpPr>
        <p:spPr>
          <a:xfrm>
            <a:off x="914400" y="6246254"/>
            <a:ext cx="631065" cy="29621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5CEABB6-07DC-46E8-9B57-56EC44A396E5}" type="slidenum">
              <a:rPr kumimoji="0" lang="en-US" sz="1200" b="0" i="0" u="none" strike="noStrike" kern="1200" cap="none" spc="0" normalizeH="0" baseline="0" noProof="0" smtClean="0">
                <a:ln>
                  <a:noFill/>
                </a:ln>
                <a:solidFill>
                  <a:prstClr val="black"/>
                </a:solidFill>
                <a:effectLst/>
                <a:uLnTx/>
                <a:uFillTx/>
                <a:latin typeface="Tenorit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Tenorite"/>
              <a:ea typeface="+mn-ea"/>
              <a:cs typeface="+mn-cs"/>
            </a:endParaRPr>
          </a:p>
        </p:txBody>
      </p:sp>
    </p:spTree>
    <p:extLst>
      <p:ext uri="{BB962C8B-B14F-4D97-AF65-F5344CB8AC3E}">
        <p14:creationId xmlns:p14="http://schemas.microsoft.com/office/powerpoint/2010/main" val="347868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6A12A-F80E-385E-1AA6-2AB92801BD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67767B-A137-07B8-939F-BEA6689C56D7}"/>
              </a:ext>
            </a:extLst>
          </p:cNvPr>
          <p:cNvSpPr>
            <a:spLocks noGrp="1"/>
          </p:cNvSpPr>
          <p:nvPr>
            <p:ph type="title"/>
          </p:nvPr>
        </p:nvSpPr>
        <p:spPr>
          <a:xfrm>
            <a:off x="914399" y="365125"/>
            <a:ext cx="10363201" cy="1629601"/>
          </a:xfrm>
        </p:spPr>
        <p:txBody>
          <a:bodyPr/>
          <a:lstStyle/>
          <a:p>
            <a:r>
              <a:rPr lang="en-US" altLang="zh-CN" dirty="0" err="1"/>
              <a:t>Methodolog</a:t>
            </a:r>
            <a:r>
              <a:rPr lang="en-US" altLang="zh-CN" dirty="0"/>
              <a:t>—Core Analytics Pipeline</a:t>
            </a:r>
            <a:endParaRPr lang="en-US" dirty="0"/>
          </a:p>
        </p:txBody>
      </p:sp>
      <p:sp>
        <p:nvSpPr>
          <p:cNvPr id="3" name="Content Placeholder 2">
            <a:extLst>
              <a:ext uri="{FF2B5EF4-FFF2-40B4-BE49-F238E27FC236}">
                <a16:creationId xmlns:a16="http://schemas.microsoft.com/office/drawing/2014/main" id="{2046301D-BE88-CAC6-5084-6E9FD2A5BD4B}"/>
              </a:ext>
            </a:extLst>
          </p:cNvPr>
          <p:cNvSpPr>
            <a:spLocks noGrp="1"/>
          </p:cNvSpPr>
          <p:nvPr>
            <p:ph sz="quarter" idx="10"/>
          </p:nvPr>
        </p:nvSpPr>
        <p:spPr>
          <a:xfrm>
            <a:off x="1055163" y="1561347"/>
            <a:ext cx="6260036" cy="4540527"/>
          </a:xfrm>
        </p:spPr>
        <p:txBody>
          <a:bodyPr vert="horz" lIns="91440" tIns="45720" rIns="91440" bIns="45720" rtlCol="0" anchor="t">
            <a:normAutofit fontScale="92500" lnSpcReduction="10000"/>
          </a:bodyPr>
          <a:lstStyle/>
          <a:p>
            <a:pPr marL="0" indent="0">
              <a:buNone/>
            </a:pPr>
            <a:r>
              <a:rPr lang="en-US" altLang="zh-CN" sz="2400" b="1" dirty="0"/>
              <a:t>Batch Analytics Pipeline</a:t>
            </a:r>
            <a:endParaRPr lang="en-US" altLang="zh-CN" sz="2400" dirty="0"/>
          </a:p>
          <a:p>
            <a:r>
              <a:rPr lang="en-US" altLang="zh-CN" sz="2400" dirty="0"/>
              <a:t>Monthly Aggregation</a:t>
            </a:r>
          </a:p>
          <a:p>
            <a:r>
              <a:rPr lang="en-US" altLang="zh-CN" sz="2400" dirty="0"/>
              <a:t>Moving Average Baseline (6-month window)</a:t>
            </a:r>
          </a:p>
          <a:p>
            <a:r>
              <a:rPr lang="en-US" altLang="zh-CN" sz="2400" dirty="0"/>
              <a:t>Baseline Accuracy Evaluation</a:t>
            </a:r>
          </a:p>
          <a:p>
            <a:r>
              <a:rPr lang="en-US" altLang="zh-CN" sz="2400" dirty="0"/>
              <a:t>Time-Series Forecasting</a:t>
            </a:r>
          </a:p>
          <a:p>
            <a:r>
              <a:rPr lang="en-US" altLang="zh-CN" sz="2400" dirty="0"/>
              <a:t>Anomaly Detection</a:t>
            </a:r>
          </a:p>
          <a:p>
            <a:r>
              <a:rPr lang="en-US" altLang="zh-CN" sz="2400" dirty="0"/>
              <a:t>CSV Result Generation</a:t>
            </a:r>
          </a:p>
          <a:p>
            <a:pPr marL="0" indent="0">
              <a:buNone/>
            </a:pPr>
            <a:r>
              <a:rPr lang="en-US" altLang="zh-CN" sz="2400" b="1" dirty="0"/>
              <a:t>Anomaly Rule</a:t>
            </a:r>
            <a:endParaRPr lang="en-US" altLang="zh-CN" sz="2400" dirty="0"/>
          </a:p>
          <a:p>
            <a:r>
              <a:rPr lang="en-US" altLang="zh-CN" sz="2400" dirty="0"/>
              <a:t>Deviation Threshold = </a:t>
            </a:r>
            <a:r>
              <a:rPr lang="en-US" altLang="zh-CN" sz="2400" b="1" dirty="0"/>
              <a:t>30%</a:t>
            </a:r>
            <a:endParaRPr lang="en-US" altLang="zh-CN" sz="2400" dirty="0"/>
          </a:p>
          <a:p>
            <a:r>
              <a:rPr lang="en-US" altLang="zh-CN" sz="2400" dirty="0"/>
              <a:t>If |actual − predicted| / actual &gt; 0.3 → anomaly triggered</a:t>
            </a:r>
          </a:p>
        </p:txBody>
      </p:sp>
      <p:sp>
        <p:nvSpPr>
          <p:cNvPr id="5" name="Slide Number Placeholder 4">
            <a:extLst>
              <a:ext uri="{FF2B5EF4-FFF2-40B4-BE49-F238E27FC236}">
                <a16:creationId xmlns:a16="http://schemas.microsoft.com/office/drawing/2014/main" id="{82A10ED2-A644-BC0B-65F3-1804049E9A7A}"/>
              </a:ext>
            </a:extLst>
          </p:cNvPr>
          <p:cNvSpPr>
            <a:spLocks noGrp="1"/>
          </p:cNvSpPr>
          <p:nvPr>
            <p:ph type="sldNum" sz="quarter" idx="4"/>
          </p:nvPr>
        </p:nvSpPr>
        <p:spPr>
          <a:xfrm>
            <a:off x="914400" y="6246254"/>
            <a:ext cx="631065" cy="29621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5CEABB6-07DC-46E8-9B57-56EC44A396E5}" type="slidenum">
              <a:rPr kumimoji="0" lang="en-US" sz="1200" b="0" i="0" u="none" strike="noStrike" kern="1200" cap="none" spc="0" normalizeH="0" baseline="0" noProof="0" smtClean="0">
                <a:ln>
                  <a:noFill/>
                </a:ln>
                <a:solidFill>
                  <a:prstClr val="black"/>
                </a:solidFill>
                <a:effectLst/>
                <a:uLnTx/>
                <a:uFillTx/>
                <a:latin typeface="Tenorit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Tenorite"/>
              <a:ea typeface="+mn-ea"/>
              <a:cs typeface="+mn-cs"/>
            </a:endParaRPr>
          </a:p>
        </p:txBody>
      </p:sp>
    </p:spTree>
    <p:extLst>
      <p:ext uri="{BB962C8B-B14F-4D97-AF65-F5344CB8AC3E}">
        <p14:creationId xmlns:p14="http://schemas.microsoft.com/office/powerpoint/2010/main" val="3357797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EAC40-D5AA-52F3-AA75-92418AE33E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1CCB07-CF18-1A70-A3BF-7C3B057F1A68}"/>
              </a:ext>
            </a:extLst>
          </p:cNvPr>
          <p:cNvSpPr>
            <a:spLocks noGrp="1"/>
          </p:cNvSpPr>
          <p:nvPr>
            <p:ph type="title"/>
          </p:nvPr>
        </p:nvSpPr>
        <p:spPr>
          <a:xfrm>
            <a:off x="773636" y="315532"/>
            <a:ext cx="10363201" cy="1629601"/>
          </a:xfrm>
        </p:spPr>
        <p:txBody>
          <a:bodyPr/>
          <a:lstStyle/>
          <a:p>
            <a:r>
              <a:rPr lang="en-US" altLang="zh-CN" dirty="0"/>
              <a:t>Time-Series Forecasting Models</a:t>
            </a:r>
            <a:endParaRPr lang="en-US" dirty="0"/>
          </a:p>
        </p:txBody>
      </p:sp>
      <p:sp>
        <p:nvSpPr>
          <p:cNvPr id="3" name="Content Placeholder 2">
            <a:extLst>
              <a:ext uri="{FF2B5EF4-FFF2-40B4-BE49-F238E27FC236}">
                <a16:creationId xmlns:a16="http://schemas.microsoft.com/office/drawing/2014/main" id="{B159BEC4-7622-2DEF-FDEE-5528B376F8B3}"/>
              </a:ext>
            </a:extLst>
          </p:cNvPr>
          <p:cNvSpPr>
            <a:spLocks noGrp="1"/>
          </p:cNvSpPr>
          <p:nvPr>
            <p:ph sz="quarter" idx="10"/>
          </p:nvPr>
        </p:nvSpPr>
        <p:spPr>
          <a:xfrm>
            <a:off x="1055163" y="1561347"/>
            <a:ext cx="9789300" cy="4931528"/>
          </a:xfrm>
        </p:spPr>
        <p:txBody>
          <a:bodyPr vert="horz" lIns="91440" tIns="45720" rIns="91440" bIns="45720" rtlCol="0" anchor="t">
            <a:normAutofit lnSpcReduction="10000"/>
          </a:bodyPr>
          <a:lstStyle/>
          <a:p>
            <a:pPr marL="0" indent="0">
              <a:buNone/>
            </a:pPr>
            <a:r>
              <a:rPr lang="en-US" altLang="zh-CN" sz="3200" dirty="0"/>
              <a:t>We implemented two forecasting strategies:</a:t>
            </a:r>
          </a:p>
          <a:p>
            <a:pPr marL="0" indent="0">
              <a:buNone/>
            </a:pPr>
            <a:r>
              <a:rPr lang="en-US" altLang="zh-CN" sz="2400" b="1" dirty="0"/>
              <a:t>1.One-Step Forecast (for anomaly detection)</a:t>
            </a:r>
          </a:p>
          <a:p>
            <a:r>
              <a:rPr lang="en-US" altLang="zh-CN" sz="2400" dirty="0"/>
              <a:t>Average (Window = 6)</a:t>
            </a:r>
          </a:p>
          <a:p>
            <a:r>
              <a:rPr lang="en-US" altLang="zh-CN" sz="2400" dirty="0"/>
              <a:t>Used to compare against real values</a:t>
            </a:r>
          </a:p>
          <a:p>
            <a:pPr marL="0" indent="0">
              <a:lnSpc>
                <a:spcPct val="100000"/>
              </a:lnSpc>
              <a:buNone/>
            </a:pPr>
            <a:r>
              <a:rPr lang="en-US" altLang="zh-CN" sz="2400" b="1" dirty="0"/>
              <a:t>2.Six-Month Global Forecast (for future trend)</a:t>
            </a:r>
          </a:p>
          <a:p>
            <a:r>
              <a:rPr lang="en-US" altLang="zh-CN" sz="2400" dirty="0"/>
              <a:t>Trend-based delta forecasting</a:t>
            </a:r>
          </a:p>
          <a:p>
            <a:r>
              <a:rPr lang="en-US" altLang="zh-CN" sz="2400" dirty="0"/>
              <a:t>Uses average monthly change</a:t>
            </a:r>
          </a:p>
          <a:p>
            <a:pPr marL="0" indent="0">
              <a:lnSpc>
                <a:spcPct val="100000"/>
              </a:lnSpc>
              <a:buNone/>
            </a:pPr>
            <a:r>
              <a:rPr lang="en-US" altLang="zh-CN" sz="2400" b="1" dirty="0"/>
              <a:t>Outputs</a:t>
            </a:r>
          </a:p>
          <a:p>
            <a:pPr marL="0" indent="0">
              <a:buNone/>
            </a:pPr>
            <a:r>
              <a:rPr lang="en-US" altLang="zh-CN" sz="2400" dirty="0"/>
              <a:t>Predicted landing count</a:t>
            </a:r>
          </a:p>
          <a:p>
            <a:pPr marL="0" indent="0">
              <a:buNone/>
            </a:pPr>
            <a:r>
              <a:rPr lang="en-US" altLang="zh-CN" sz="2400" dirty="0"/>
              <a:t>Predicted landed weight</a:t>
            </a:r>
          </a:p>
        </p:txBody>
      </p:sp>
      <p:sp>
        <p:nvSpPr>
          <p:cNvPr id="5" name="Slide Number Placeholder 4">
            <a:extLst>
              <a:ext uri="{FF2B5EF4-FFF2-40B4-BE49-F238E27FC236}">
                <a16:creationId xmlns:a16="http://schemas.microsoft.com/office/drawing/2014/main" id="{04F58D36-9247-EAAC-8656-D41E932C4A14}"/>
              </a:ext>
            </a:extLst>
          </p:cNvPr>
          <p:cNvSpPr>
            <a:spLocks noGrp="1"/>
          </p:cNvSpPr>
          <p:nvPr>
            <p:ph type="sldNum" sz="quarter" idx="4"/>
          </p:nvPr>
        </p:nvSpPr>
        <p:spPr>
          <a:xfrm>
            <a:off x="914400" y="6246254"/>
            <a:ext cx="631065" cy="29621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5CEABB6-07DC-46E8-9B57-56EC44A396E5}" type="slidenum">
              <a:rPr kumimoji="0" lang="en-US" sz="1200" b="0" i="0" u="none" strike="noStrike" kern="1200" cap="none" spc="0" normalizeH="0" baseline="0" noProof="0" smtClean="0">
                <a:ln>
                  <a:noFill/>
                </a:ln>
                <a:solidFill>
                  <a:prstClr val="black"/>
                </a:solidFill>
                <a:effectLst/>
                <a:uLnTx/>
                <a:uFillTx/>
                <a:latin typeface="Tenorit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Tenorite"/>
              <a:ea typeface="+mn-ea"/>
              <a:cs typeface="+mn-cs"/>
            </a:endParaRPr>
          </a:p>
        </p:txBody>
      </p:sp>
    </p:spTree>
    <p:extLst>
      <p:ext uri="{BB962C8B-B14F-4D97-AF65-F5344CB8AC3E}">
        <p14:creationId xmlns:p14="http://schemas.microsoft.com/office/powerpoint/2010/main" val="36370507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F73FE-4F35-4DE0-B42C-2BE5ED3C35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DCE56E-E944-554B-10A7-8D29273AE259}"/>
              </a:ext>
            </a:extLst>
          </p:cNvPr>
          <p:cNvSpPr>
            <a:spLocks noGrp="1"/>
          </p:cNvSpPr>
          <p:nvPr>
            <p:ph type="title"/>
          </p:nvPr>
        </p:nvSpPr>
        <p:spPr>
          <a:xfrm>
            <a:off x="773636" y="315532"/>
            <a:ext cx="10363201" cy="1629601"/>
          </a:xfrm>
        </p:spPr>
        <p:txBody>
          <a:bodyPr/>
          <a:lstStyle/>
          <a:p>
            <a:r>
              <a:rPr lang="en-US" altLang="zh-CN" dirty="0"/>
              <a:t>Actor-Based Reactive Architecture</a:t>
            </a:r>
            <a:br>
              <a:rPr lang="en-US" altLang="zh-CN" dirty="0"/>
            </a:br>
            <a:br>
              <a:rPr lang="en-US" altLang="zh-CN" dirty="0"/>
            </a:br>
            <a:r>
              <a:rPr lang="en-US" altLang="zh-CN" sz="2000" dirty="0"/>
              <a:t>System implemented using Akka Typed Actors</a:t>
            </a:r>
            <a:endParaRPr lang="en-US" dirty="0"/>
          </a:p>
        </p:txBody>
      </p:sp>
      <p:pic>
        <p:nvPicPr>
          <p:cNvPr id="6" name="内容占位符 5">
            <a:extLst>
              <a:ext uri="{FF2B5EF4-FFF2-40B4-BE49-F238E27FC236}">
                <a16:creationId xmlns:a16="http://schemas.microsoft.com/office/drawing/2014/main" id="{EAEE8CCF-2CA8-1827-B422-535A5702AC35}"/>
              </a:ext>
            </a:extLst>
          </p:cNvPr>
          <p:cNvPicPr>
            <a:picLocks noGrp="1" noChangeAspect="1"/>
          </p:cNvPicPr>
          <p:nvPr>
            <p:ph sz="quarter" idx="10"/>
          </p:nvPr>
        </p:nvPicPr>
        <p:blipFill>
          <a:blip r:embed="rId3"/>
          <a:stretch>
            <a:fillRect/>
          </a:stretch>
        </p:blipFill>
        <p:spPr>
          <a:xfrm>
            <a:off x="1055163" y="1945133"/>
            <a:ext cx="7527623" cy="2537592"/>
          </a:xfrm>
          <a:prstGeom prst="rect">
            <a:avLst/>
          </a:prstGeom>
        </p:spPr>
      </p:pic>
      <p:sp>
        <p:nvSpPr>
          <p:cNvPr id="5" name="Slide Number Placeholder 4">
            <a:extLst>
              <a:ext uri="{FF2B5EF4-FFF2-40B4-BE49-F238E27FC236}">
                <a16:creationId xmlns:a16="http://schemas.microsoft.com/office/drawing/2014/main" id="{59FF401E-6349-8F5D-A5CF-5189B8D83AB5}"/>
              </a:ext>
            </a:extLst>
          </p:cNvPr>
          <p:cNvSpPr>
            <a:spLocks noGrp="1"/>
          </p:cNvSpPr>
          <p:nvPr>
            <p:ph type="sldNum" sz="quarter" idx="4"/>
          </p:nvPr>
        </p:nvSpPr>
        <p:spPr>
          <a:xfrm>
            <a:off x="914400" y="6246254"/>
            <a:ext cx="631065" cy="29621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5CEABB6-07DC-46E8-9B57-56EC44A396E5}" type="slidenum">
              <a:rPr kumimoji="0" lang="en-US" sz="1200" b="0" i="0" u="none" strike="noStrike" kern="1200" cap="none" spc="0" normalizeH="0" baseline="0" noProof="0" smtClean="0">
                <a:ln>
                  <a:noFill/>
                </a:ln>
                <a:solidFill>
                  <a:prstClr val="black"/>
                </a:solidFill>
                <a:effectLst/>
                <a:uLnTx/>
                <a:uFillTx/>
                <a:latin typeface="Tenorit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Tenorite"/>
              <a:ea typeface="+mn-ea"/>
              <a:cs typeface="+mn-cs"/>
            </a:endParaRPr>
          </a:p>
        </p:txBody>
      </p:sp>
      <p:sp>
        <p:nvSpPr>
          <p:cNvPr id="8" name="文本框 7">
            <a:extLst>
              <a:ext uri="{FF2B5EF4-FFF2-40B4-BE49-F238E27FC236}">
                <a16:creationId xmlns:a16="http://schemas.microsoft.com/office/drawing/2014/main" id="{9CA1D8E2-E7A4-0704-79DA-59D8432AB481}"/>
              </a:ext>
            </a:extLst>
          </p:cNvPr>
          <p:cNvSpPr txBox="1"/>
          <p:nvPr/>
        </p:nvSpPr>
        <p:spPr>
          <a:xfrm>
            <a:off x="1055163" y="4627724"/>
            <a:ext cx="8325852" cy="1766637"/>
          </a:xfrm>
          <a:prstGeom prst="rect">
            <a:avLst/>
          </a:prstGeom>
          <a:noFill/>
        </p:spPr>
        <p:txBody>
          <a:bodyPr wrap="square">
            <a:spAutoFit/>
          </a:bodyPr>
          <a:lstStyle/>
          <a:p>
            <a:r>
              <a:rPr lang="en-US" altLang="zh-CN" sz="2400" dirty="0"/>
              <a:t>Each Actor</a:t>
            </a:r>
          </a:p>
          <a:p>
            <a:pPr marL="228600" indent="-228600">
              <a:lnSpc>
                <a:spcPct val="90000"/>
              </a:lnSpc>
              <a:spcAft>
                <a:spcPts val="1200"/>
              </a:spcAft>
              <a:buFont typeface="Arial" panose="020B0604020202020204" pitchFamily="34" charset="0"/>
              <a:buChar char="•"/>
            </a:pPr>
            <a:r>
              <a:rPr lang="en-US" altLang="zh-CN" sz="2400" dirty="0"/>
              <a:t>Has a dedicated protocol</a:t>
            </a:r>
          </a:p>
          <a:p>
            <a:pPr marL="228600" indent="-228600">
              <a:lnSpc>
                <a:spcPct val="90000"/>
              </a:lnSpc>
              <a:spcAft>
                <a:spcPts val="1200"/>
              </a:spcAft>
              <a:buFont typeface="Arial" panose="020B0604020202020204" pitchFamily="34" charset="0"/>
              <a:buChar char="•"/>
            </a:pPr>
            <a:r>
              <a:rPr lang="en-US" altLang="zh-CN" sz="2400" dirty="0"/>
              <a:t>Communicates asynchronously</a:t>
            </a:r>
          </a:p>
          <a:p>
            <a:pPr marL="228600" indent="-228600">
              <a:lnSpc>
                <a:spcPct val="90000"/>
              </a:lnSpc>
              <a:spcAft>
                <a:spcPts val="1200"/>
              </a:spcAft>
              <a:buFont typeface="Arial" panose="020B0604020202020204" pitchFamily="34" charset="0"/>
              <a:buChar char="•"/>
            </a:pPr>
            <a:r>
              <a:rPr lang="en-US" altLang="zh-CN" sz="2400" dirty="0"/>
              <a:t>Fully decoupled and scalable</a:t>
            </a:r>
            <a:endParaRPr lang="zh-CN" altLang="en-US" sz="2400" dirty="0"/>
          </a:p>
        </p:txBody>
      </p:sp>
    </p:spTree>
    <p:extLst>
      <p:ext uri="{BB962C8B-B14F-4D97-AF65-F5344CB8AC3E}">
        <p14:creationId xmlns:p14="http://schemas.microsoft.com/office/powerpoint/2010/main" val="22572221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356C5-384D-57CD-ACFE-22CB39BE9F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ECDF30-1555-68E5-22DE-976C1F93D953}"/>
              </a:ext>
            </a:extLst>
          </p:cNvPr>
          <p:cNvSpPr>
            <a:spLocks noGrp="1"/>
          </p:cNvSpPr>
          <p:nvPr>
            <p:ph type="title"/>
          </p:nvPr>
        </p:nvSpPr>
        <p:spPr>
          <a:xfrm>
            <a:off x="773636" y="315532"/>
            <a:ext cx="10363201" cy="1629601"/>
          </a:xfrm>
        </p:spPr>
        <p:txBody>
          <a:bodyPr/>
          <a:lstStyle/>
          <a:p>
            <a:r>
              <a:rPr lang="en-US" altLang="zh-CN" dirty="0"/>
              <a:t>Real-Time Anomaly Handling</a:t>
            </a:r>
            <a:endParaRPr lang="en-US" dirty="0"/>
          </a:p>
        </p:txBody>
      </p:sp>
      <p:sp>
        <p:nvSpPr>
          <p:cNvPr id="5" name="Slide Number Placeholder 4">
            <a:extLst>
              <a:ext uri="{FF2B5EF4-FFF2-40B4-BE49-F238E27FC236}">
                <a16:creationId xmlns:a16="http://schemas.microsoft.com/office/drawing/2014/main" id="{7EB630E0-C41A-BD7B-686C-F7DA6EFFAE8C}"/>
              </a:ext>
            </a:extLst>
          </p:cNvPr>
          <p:cNvSpPr>
            <a:spLocks noGrp="1"/>
          </p:cNvSpPr>
          <p:nvPr>
            <p:ph type="sldNum" sz="quarter" idx="4"/>
          </p:nvPr>
        </p:nvSpPr>
        <p:spPr>
          <a:xfrm>
            <a:off x="914400" y="6246254"/>
            <a:ext cx="631065" cy="29621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5CEABB6-07DC-46E8-9B57-56EC44A396E5}" type="slidenum">
              <a:rPr kumimoji="0" lang="en-US" sz="1200" b="0" i="0" u="none" strike="noStrike" kern="1200" cap="none" spc="0" normalizeH="0" baseline="0" noProof="0" smtClean="0">
                <a:ln>
                  <a:noFill/>
                </a:ln>
                <a:solidFill>
                  <a:prstClr val="black"/>
                </a:solidFill>
                <a:effectLst/>
                <a:uLnTx/>
                <a:uFillTx/>
                <a:latin typeface="Tenorit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Tenorite"/>
              <a:ea typeface="+mn-ea"/>
              <a:cs typeface="+mn-cs"/>
            </a:endParaRPr>
          </a:p>
        </p:txBody>
      </p:sp>
      <p:sp>
        <p:nvSpPr>
          <p:cNvPr id="4" name="内容占位符 3">
            <a:extLst>
              <a:ext uri="{FF2B5EF4-FFF2-40B4-BE49-F238E27FC236}">
                <a16:creationId xmlns:a16="http://schemas.microsoft.com/office/drawing/2014/main" id="{B5321B44-3E38-9C81-5CDE-C0C4C9671945}"/>
              </a:ext>
            </a:extLst>
          </p:cNvPr>
          <p:cNvSpPr>
            <a:spLocks noGrp="1"/>
          </p:cNvSpPr>
          <p:nvPr>
            <p:ph sz="quarter" idx="10"/>
          </p:nvPr>
        </p:nvSpPr>
        <p:spPr>
          <a:xfrm>
            <a:off x="962527" y="1604210"/>
            <a:ext cx="6882062" cy="4642043"/>
          </a:xfrm>
        </p:spPr>
        <p:txBody>
          <a:bodyPr/>
          <a:lstStyle/>
          <a:p>
            <a:pPr marL="0" indent="0">
              <a:buNone/>
            </a:pPr>
            <a:r>
              <a:rPr lang="en-US" altLang="zh-CN" b="1" dirty="0" err="1"/>
              <a:t>LandingRecommender</a:t>
            </a:r>
            <a:endParaRPr lang="en-US" altLang="zh-CN" dirty="0"/>
          </a:p>
          <a:p>
            <a:r>
              <a:rPr lang="en-US" altLang="zh-CN" dirty="0"/>
              <a:t>Generates forecasts</a:t>
            </a:r>
          </a:p>
          <a:p>
            <a:r>
              <a:rPr lang="en-US" altLang="zh-CN" dirty="0"/>
              <a:t>Compares with actual values</a:t>
            </a:r>
          </a:p>
          <a:p>
            <a:r>
              <a:rPr lang="en-US" altLang="zh-CN" dirty="0"/>
              <a:t>Triggers anomaly events</a:t>
            </a:r>
          </a:p>
          <a:p>
            <a:pPr marL="0" indent="0">
              <a:buNone/>
            </a:pPr>
            <a:r>
              <a:rPr lang="en-US" altLang="zh-CN" b="1" dirty="0" err="1"/>
              <a:t>RecordKeeper</a:t>
            </a:r>
            <a:endParaRPr lang="en-US" altLang="zh-CN" dirty="0"/>
          </a:p>
          <a:p>
            <a:r>
              <a:rPr lang="en-US" altLang="zh-CN" dirty="0"/>
              <a:t>Stores anomalies in memory</a:t>
            </a:r>
          </a:p>
          <a:p>
            <a:r>
              <a:rPr lang="en-US" altLang="zh-CN" dirty="0"/>
              <a:t>Logs full explainable anomaly details</a:t>
            </a:r>
          </a:p>
          <a:p>
            <a:r>
              <a:rPr lang="en-US" altLang="zh-CN" dirty="0"/>
              <a:t>Outputs:</a:t>
            </a:r>
          </a:p>
          <a:p>
            <a:pPr lvl="1"/>
            <a:r>
              <a:rPr lang="en-US" altLang="zh-CN" dirty="0"/>
              <a:t>output/anomalies.csv</a:t>
            </a:r>
          </a:p>
          <a:p>
            <a:pPr marL="0" indent="0">
              <a:buNone/>
            </a:pPr>
            <a:endParaRPr lang="zh-CN" altLang="en-US" dirty="0"/>
          </a:p>
        </p:txBody>
      </p:sp>
    </p:spTree>
    <p:extLst>
      <p:ext uri="{BB962C8B-B14F-4D97-AF65-F5344CB8AC3E}">
        <p14:creationId xmlns:p14="http://schemas.microsoft.com/office/powerpoint/2010/main" val="41561378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E52C0-8031-CCCF-F91A-FD1EE1FC7E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C14228-A55C-D5DA-E2F6-ECA502214F2C}"/>
              </a:ext>
            </a:extLst>
          </p:cNvPr>
          <p:cNvSpPr>
            <a:spLocks noGrp="1"/>
          </p:cNvSpPr>
          <p:nvPr>
            <p:ph type="title"/>
          </p:nvPr>
        </p:nvSpPr>
        <p:spPr>
          <a:xfrm>
            <a:off x="653714" y="0"/>
            <a:ext cx="10363201" cy="1629601"/>
          </a:xfrm>
        </p:spPr>
        <p:txBody>
          <a:bodyPr/>
          <a:lstStyle/>
          <a:p>
            <a:r>
              <a:rPr lang="en-US" dirty="0"/>
              <a:t>ANOMALY DETECTION</a:t>
            </a:r>
          </a:p>
        </p:txBody>
      </p:sp>
      <p:sp>
        <p:nvSpPr>
          <p:cNvPr id="5" name="Slide Number Placeholder 4">
            <a:extLst>
              <a:ext uri="{FF2B5EF4-FFF2-40B4-BE49-F238E27FC236}">
                <a16:creationId xmlns:a16="http://schemas.microsoft.com/office/drawing/2014/main" id="{13FE8854-2C65-83F8-D163-43E4B7AE2F4D}"/>
              </a:ext>
            </a:extLst>
          </p:cNvPr>
          <p:cNvSpPr>
            <a:spLocks noGrp="1"/>
          </p:cNvSpPr>
          <p:nvPr>
            <p:ph type="sldNum" sz="quarter" idx="4"/>
          </p:nvPr>
        </p:nvSpPr>
        <p:spPr>
          <a:xfrm>
            <a:off x="914400" y="6246254"/>
            <a:ext cx="631065" cy="29621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5CEABB6-07DC-46E8-9B57-56EC44A396E5}" type="slidenum">
              <a:rPr kumimoji="0" lang="en-US" sz="1200" b="0" i="0" u="none" strike="noStrike" kern="1200" cap="none" spc="0" normalizeH="0" baseline="0" noProof="0" smtClean="0">
                <a:ln>
                  <a:noFill/>
                </a:ln>
                <a:solidFill>
                  <a:prstClr val="black"/>
                </a:solidFill>
                <a:effectLst/>
                <a:uLnTx/>
                <a:uFillTx/>
                <a:latin typeface="Tenorit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Tenorite"/>
              <a:ea typeface="+mn-ea"/>
              <a:cs typeface="+mn-cs"/>
            </a:endParaRPr>
          </a:p>
        </p:txBody>
      </p:sp>
      <p:graphicFrame>
        <p:nvGraphicFramePr>
          <p:cNvPr id="4" name="Table 3">
            <a:extLst>
              <a:ext uri="{FF2B5EF4-FFF2-40B4-BE49-F238E27FC236}">
                <a16:creationId xmlns:a16="http://schemas.microsoft.com/office/drawing/2014/main" id="{CF59B0B5-AE16-F53D-9A47-7B670359C9BD}"/>
              </a:ext>
            </a:extLst>
          </p:cNvPr>
          <p:cNvGraphicFramePr>
            <a:graphicFrameLocks noGrp="1"/>
          </p:cNvGraphicFramePr>
          <p:nvPr>
            <p:extLst>
              <p:ext uri="{D42A27DB-BD31-4B8C-83A1-F6EECF244321}">
                <p14:modId xmlns:p14="http://schemas.microsoft.com/office/powerpoint/2010/main" val="127082935"/>
              </p:ext>
            </p:extLst>
          </p:nvPr>
        </p:nvGraphicFramePr>
        <p:xfrm>
          <a:off x="1042876" y="4748183"/>
          <a:ext cx="10515600" cy="1828800"/>
        </p:xfrm>
        <a:graphic>
          <a:graphicData uri="http://schemas.openxmlformats.org/drawingml/2006/table">
            <a:tbl>
              <a:tblPr/>
              <a:tblGrid>
                <a:gridCol w="2103120">
                  <a:extLst>
                    <a:ext uri="{9D8B030D-6E8A-4147-A177-3AD203B41FA5}">
                      <a16:colId xmlns:a16="http://schemas.microsoft.com/office/drawing/2014/main" val="3669310484"/>
                    </a:ext>
                  </a:extLst>
                </a:gridCol>
                <a:gridCol w="2103120">
                  <a:extLst>
                    <a:ext uri="{9D8B030D-6E8A-4147-A177-3AD203B41FA5}">
                      <a16:colId xmlns:a16="http://schemas.microsoft.com/office/drawing/2014/main" val="2709946264"/>
                    </a:ext>
                  </a:extLst>
                </a:gridCol>
                <a:gridCol w="2103120">
                  <a:extLst>
                    <a:ext uri="{9D8B030D-6E8A-4147-A177-3AD203B41FA5}">
                      <a16:colId xmlns:a16="http://schemas.microsoft.com/office/drawing/2014/main" val="1432802825"/>
                    </a:ext>
                  </a:extLst>
                </a:gridCol>
                <a:gridCol w="2103120">
                  <a:extLst>
                    <a:ext uri="{9D8B030D-6E8A-4147-A177-3AD203B41FA5}">
                      <a16:colId xmlns:a16="http://schemas.microsoft.com/office/drawing/2014/main" val="691189567"/>
                    </a:ext>
                  </a:extLst>
                </a:gridCol>
                <a:gridCol w="2103120">
                  <a:extLst>
                    <a:ext uri="{9D8B030D-6E8A-4147-A177-3AD203B41FA5}">
                      <a16:colId xmlns:a16="http://schemas.microsoft.com/office/drawing/2014/main" val="3936885949"/>
                    </a:ext>
                  </a:extLst>
                </a:gridCol>
              </a:tblGrid>
              <a:tr h="0">
                <a:tc>
                  <a:txBody>
                    <a:bodyPr/>
                    <a:lstStyle/>
                    <a:p>
                      <a:pPr>
                        <a:buNone/>
                      </a:pPr>
                      <a:r>
                        <a:rPr lang="en-US"/>
                        <a:t>Airline</a:t>
                      </a:r>
                    </a:p>
                  </a:txBody>
                  <a:tcPr anchor="ctr">
                    <a:lnL>
                      <a:noFill/>
                    </a:lnL>
                    <a:lnR>
                      <a:noFill/>
                    </a:lnR>
                    <a:lnT>
                      <a:noFill/>
                    </a:lnT>
                    <a:lnB>
                      <a:noFill/>
                    </a:lnB>
                    <a:noFill/>
                  </a:tcPr>
                </a:tc>
                <a:tc>
                  <a:txBody>
                    <a:bodyPr/>
                    <a:lstStyle/>
                    <a:p>
                      <a:pPr>
                        <a:buNone/>
                      </a:pPr>
                      <a:r>
                        <a:rPr lang="en-US"/>
                        <a:t>Period</a:t>
                      </a:r>
                    </a:p>
                  </a:txBody>
                  <a:tcPr anchor="ctr">
                    <a:lnL>
                      <a:noFill/>
                    </a:lnL>
                    <a:lnR>
                      <a:noFill/>
                    </a:lnR>
                    <a:lnT>
                      <a:noFill/>
                    </a:lnT>
                    <a:lnB>
                      <a:noFill/>
                    </a:lnB>
                    <a:noFill/>
                  </a:tcPr>
                </a:tc>
                <a:tc>
                  <a:txBody>
                    <a:bodyPr/>
                    <a:lstStyle/>
                    <a:p>
                      <a:pPr>
                        <a:buNone/>
                      </a:pPr>
                      <a:r>
                        <a:rPr lang="en-US"/>
                        <a:t>Actual</a:t>
                      </a:r>
                    </a:p>
                  </a:txBody>
                  <a:tcPr anchor="ctr">
                    <a:lnL>
                      <a:noFill/>
                    </a:lnL>
                    <a:lnR>
                      <a:noFill/>
                    </a:lnR>
                    <a:lnT>
                      <a:noFill/>
                    </a:lnT>
                    <a:lnB>
                      <a:noFill/>
                    </a:lnB>
                    <a:noFill/>
                  </a:tcPr>
                </a:tc>
                <a:tc>
                  <a:txBody>
                    <a:bodyPr/>
                    <a:lstStyle/>
                    <a:p>
                      <a:pPr>
                        <a:buNone/>
                      </a:pPr>
                      <a:r>
                        <a:rPr lang="en-US" dirty="0"/>
                        <a:t>Predicted</a:t>
                      </a:r>
                    </a:p>
                  </a:txBody>
                  <a:tcPr anchor="ctr">
                    <a:lnL>
                      <a:noFill/>
                    </a:lnL>
                    <a:lnR>
                      <a:noFill/>
                    </a:lnR>
                    <a:lnT>
                      <a:noFill/>
                    </a:lnT>
                    <a:lnB>
                      <a:noFill/>
                    </a:lnB>
                    <a:noFill/>
                  </a:tcPr>
                </a:tc>
                <a:tc>
                  <a:txBody>
                    <a:bodyPr/>
                    <a:lstStyle/>
                    <a:p>
                      <a:pPr>
                        <a:buNone/>
                      </a:pPr>
                      <a:r>
                        <a:rPr lang="en-US"/>
                        <a:t>Deviation</a:t>
                      </a:r>
                    </a:p>
                  </a:txBody>
                  <a:tcPr anchor="ctr">
                    <a:lnL>
                      <a:noFill/>
                    </a:lnL>
                    <a:lnR>
                      <a:noFill/>
                    </a:lnR>
                    <a:lnT>
                      <a:noFill/>
                    </a:lnT>
                    <a:lnB>
                      <a:noFill/>
                    </a:lnB>
                    <a:noFill/>
                  </a:tcPr>
                </a:tc>
                <a:extLst>
                  <a:ext uri="{0D108BD9-81ED-4DB2-BD59-A6C34878D82A}">
                    <a16:rowId xmlns:a16="http://schemas.microsoft.com/office/drawing/2014/main" val="3020197092"/>
                  </a:ext>
                </a:extLst>
              </a:tr>
              <a:tr h="0">
                <a:tc>
                  <a:txBody>
                    <a:bodyPr/>
                    <a:lstStyle/>
                    <a:p>
                      <a:pPr>
                        <a:buNone/>
                      </a:pPr>
                      <a:r>
                        <a:rPr lang="en-US"/>
                        <a:t>Mesa Airlines</a:t>
                      </a:r>
                    </a:p>
                  </a:txBody>
                  <a:tcPr anchor="ctr">
                    <a:lnL>
                      <a:noFill/>
                    </a:lnL>
                    <a:lnR>
                      <a:noFill/>
                    </a:lnR>
                    <a:lnT>
                      <a:noFill/>
                    </a:lnT>
                    <a:lnB>
                      <a:noFill/>
                    </a:lnB>
                    <a:noFill/>
                  </a:tcPr>
                </a:tc>
                <a:tc>
                  <a:txBody>
                    <a:bodyPr/>
                    <a:lstStyle/>
                    <a:p>
                      <a:pPr>
                        <a:buNone/>
                      </a:pPr>
                      <a:r>
                        <a:rPr lang="en-US"/>
                        <a:t>2016-11</a:t>
                      </a:r>
                    </a:p>
                  </a:txBody>
                  <a:tcPr anchor="ctr">
                    <a:lnL>
                      <a:noFill/>
                    </a:lnL>
                    <a:lnR>
                      <a:noFill/>
                    </a:lnR>
                    <a:lnT>
                      <a:noFill/>
                    </a:lnT>
                    <a:lnB>
                      <a:noFill/>
                    </a:lnB>
                    <a:noFill/>
                  </a:tcPr>
                </a:tc>
                <a:tc>
                  <a:txBody>
                    <a:bodyPr/>
                    <a:lstStyle/>
                    <a:p>
                      <a:pPr>
                        <a:buNone/>
                      </a:pPr>
                      <a:r>
                        <a:rPr lang="en-US" dirty="0"/>
                        <a:t>1</a:t>
                      </a:r>
                    </a:p>
                  </a:txBody>
                  <a:tcPr anchor="ctr">
                    <a:lnL>
                      <a:noFill/>
                    </a:lnL>
                    <a:lnR>
                      <a:noFill/>
                    </a:lnR>
                    <a:lnT>
                      <a:noFill/>
                    </a:lnT>
                    <a:lnB>
                      <a:noFill/>
                    </a:lnB>
                    <a:noFill/>
                  </a:tcPr>
                </a:tc>
                <a:tc>
                  <a:txBody>
                    <a:bodyPr/>
                    <a:lstStyle/>
                    <a:p>
                      <a:pPr>
                        <a:buNone/>
                      </a:pPr>
                      <a:r>
                        <a:rPr lang="en-US" dirty="0"/>
                        <a:t>50.50</a:t>
                      </a:r>
                    </a:p>
                  </a:txBody>
                  <a:tcPr anchor="ctr">
                    <a:lnL>
                      <a:noFill/>
                    </a:lnL>
                    <a:lnR>
                      <a:noFill/>
                    </a:lnR>
                    <a:lnT>
                      <a:noFill/>
                    </a:lnT>
                    <a:lnB>
                      <a:noFill/>
                    </a:lnB>
                    <a:noFill/>
                  </a:tcPr>
                </a:tc>
                <a:tc>
                  <a:txBody>
                    <a:bodyPr/>
                    <a:lstStyle/>
                    <a:p>
                      <a:pPr>
                        <a:buNone/>
                      </a:pPr>
                      <a:r>
                        <a:rPr lang="en-US"/>
                        <a:t>4950%</a:t>
                      </a:r>
                    </a:p>
                  </a:txBody>
                  <a:tcPr anchor="ctr">
                    <a:lnL>
                      <a:noFill/>
                    </a:lnL>
                    <a:lnR>
                      <a:noFill/>
                    </a:lnR>
                    <a:lnT>
                      <a:noFill/>
                    </a:lnT>
                    <a:lnB>
                      <a:noFill/>
                    </a:lnB>
                    <a:noFill/>
                  </a:tcPr>
                </a:tc>
                <a:extLst>
                  <a:ext uri="{0D108BD9-81ED-4DB2-BD59-A6C34878D82A}">
                    <a16:rowId xmlns:a16="http://schemas.microsoft.com/office/drawing/2014/main" val="619732657"/>
                  </a:ext>
                </a:extLst>
              </a:tr>
              <a:tr h="0">
                <a:tc>
                  <a:txBody>
                    <a:bodyPr/>
                    <a:lstStyle/>
                    <a:p>
                      <a:pPr>
                        <a:buNone/>
                      </a:pPr>
                      <a:r>
                        <a:rPr lang="en-US"/>
                        <a:t>Virgin America</a:t>
                      </a:r>
                    </a:p>
                  </a:txBody>
                  <a:tcPr anchor="ctr">
                    <a:lnL>
                      <a:noFill/>
                    </a:lnL>
                    <a:lnR>
                      <a:noFill/>
                    </a:lnR>
                    <a:lnT>
                      <a:noFill/>
                    </a:lnT>
                    <a:lnB>
                      <a:noFill/>
                    </a:lnB>
                    <a:noFill/>
                  </a:tcPr>
                </a:tc>
                <a:tc>
                  <a:txBody>
                    <a:bodyPr/>
                    <a:lstStyle/>
                    <a:p>
                      <a:pPr>
                        <a:buNone/>
                      </a:pPr>
                      <a:r>
                        <a:rPr lang="en-US"/>
                        <a:t>2018-01</a:t>
                      </a:r>
                    </a:p>
                  </a:txBody>
                  <a:tcPr anchor="ctr">
                    <a:lnL>
                      <a:noFill/>
                    </a:lnL>
                    <a:lnR>
                      <a:noFill/>
                    </a:lnR>
                    <a:lnT>
                      <a:noFill/>
                    </a:lnT>
                    <a:lnB>
                      <a:noFill/>
                    </a:lnB>
                    <a:noFill/>
                  </a:tcPr>
                </a:tc>
                <a:tc>
                  <a:txBody>
                    <a:bodyPr/>
                    <a:lstStyle/>
                    <a:p>
                      <a:pPr>
                        <a:buNone/>
                      </a:pPr>
                      <a:r>
                        <a:rPr lang="en-US" dirty="0"/>
                        <a:t>625</a:t>
                      </a:r>
                    </a:p>
                  </a:txBody>
                  <a:tcPr anchor="ctr">
                    <a:lnL>
                      <a:noFill/>
                    </a:lnL>
                    <a:lnR>
                      <a:noFill/>
                    </a:lnR>
                    <a:lnT>
                      <a:noFill/>
                    </a:lnT>
                    <a:lnB>
                      <a:noFill/>
                    </a:lnB>
                    <a:noFill/>
                  </a:tcPr>
                </a:tc>
                <a:tc>
                  <a:txBody>
                    <a:bodyPr/>
                    <a:lstStyle/>
                    <a:p>
                      <a:pPr>
                        <a:buNone/>
                      </a:pPr>
                      <a:r>
                        <a:rPr lang="en-US" dirty="0"/>
                        <a:t>1755.83</a:t>
                      </a:r>
                    </a:p>
                  </a:txBody>
                  <a:tcPr anchor="ctr">
                    <a:lnL>
                      <a:noFill/>
                    </a:lnL>
                    <a:lnR>
                      <a:noFill/>
                    </a:lnR>
                    <a:lnT>
                      <a:noFill/>
                    </a:lnT>
                    <a:lnB>
                      <a:noFill/>
                    </a:lnB>
                    <a:noFill/>
                  </a:tcPr>
                </a:tc>
                <a:tc>
                  <a:txBody>
                    <a:bodyPr/>
                    <a:lstStyle/>
                    <a:p>
                      <a:pPr>
                        <a:buNone/>
                      </a:pPr>
                      <a:r>
                        <a:rPr lang="en-US"/>
                        <a:t>181%</a:t>
                      </a:r>
                    </a:p>
                  </a:txBody>
                  <a:tcPr anchor="ctr">
                    <a:lnL>
                      <a:noFill/>
                    </a:lnL>
                    <a:lnR>
                      <a:noFill/>
                    </a:lnR>
                    <a:lnT>
                      <a:noFill/>
                    </a:lnT>
                    <a:lnB>
                      <a:noFill/>
                    </a:lnB>
                    <a:noFill/>
                  </a:tcPr>
                </a:tc>
                <a:extLst>
                  <a:ext uri="{0D108BD9-81ED-4DB2-BD59-A6C34878D82A}">
                    <a16:rowId xmlns:a16="http://schemas.microsoft.com/office/drawing/2014/main" val="2609940200"/>
                  </a:ext>
                </a:extLst>
              </a:tr>
              <a:tr h="0">
                <a:tc>
                  <a:txBody>
                    <a:bodyPr/>
                    <a:lstStyle/>
                    <a:p>
                      <a:pPr>
                        <a:buNone/>
                      </a:pPr>
                      <a:r>
                        <a:rPr lang="en-US"/>
                        <a:t>Swissair</a:t>
                      </a:r>
                    </a:p>
                  </a:txBody>
                  <a:tcPr anchor="ctr">
                    <a:lnL>
                      <a:noFill/>
                    </a:lnL>
                    <a:lnR>
                      <a:noFill/>
                    </a:lnR>
                    <a:lnT>
                      <a:noFill/>
                    </a:lnT>
                    <a:lnB>
                      <a:noFill/>
                    </a:lnB>
                    <a:noFill/>
                  </a:tcPr>
                </a:tc>
                <a:tc>
                  <a:txBody>
                    <a:bodyPr/>
                    <a:lstStyle/>
                    <a:p>
                      <a:pPr>
                        <a:buNone/>
                      </a:pPr>
                      <a:r>
                        <a:rPr lang="en-US"/>
                        <a:t>2001-10</a:t>
                      </a:r>
                    </a:p>
                  </a:txBody>
                  <a:tcPr anchor="ctr">
                    <a:lnL>
                      <a:noFill/>
                    </a:lnL>
                    <a:lnR>
                      <a:noFill/>
                    </a:lnR>
                    <a:lnT>
                      <a:noFill/>
                    </a:lnT>
                    <a:lnB>
                      <a:noFill/>
                    </a:lnB>
                    <a:noFill/>
                  </a:tcPr>
                </a:tc>
                <a:tc>
                  <a:txBody>
                    <a:bodyPr/>
                    <a:lstStyle/>
                    <a:p>
                      <a:pPr>
                        <a:buNone/>
                      </a:pPr>
                      <a:r>
                        <a:rPr lang="en-US"/>
                        <a:t>2</a:t>
                      </a:r>
                    </a:p>
                  </a:txBody>
                  <a:tcPr anchor="ctr">
                    <a:lnL>
                      <a:noFill/>
                    </a:lnL>
                    <a:lnR>
                      <a:noFill/>
                    </a:lnR>
                    <a:lnT>
                      <a:noFill/>
                    </a:lnT>
                    <a:lnB>
                      <a:noFill/>
                    </a:lnB>
                    <a:noFill/>
                  </a:tcPr>
                </a:tc>
                <a:tc>
                  <a:txBody>
                    <a:bodyPr/>
                    <a:lstStyle/>
                    <a:p>
                      <a:pPr>
                        <a:buNone/>
                      </a:pPr>
                      <a:r>
                        <a:rPr lang="en-US"/>
                        <a:t>25.00</a:t>
                      </a:r>
                    </a:p>
                  </a:txBody>
                  <a:tcPr anchor="ctr">
                    <a:lnL>
                      <a:noFill/>
                    </a:lnL>
                    <a:lnR>
                      <a:noFill/>
                    </a:lnR>
                    <a:lnT>
                      <a:noFill/>
                    </a:lnT>
                    <a:lnB>
                      <a:noFill/>
                    </a:lnB>
                    <a:noFill/>
                  </a:tcPr>
                </a:tc>
                <a:tc>
                  <a:txBody>
                    <a:bodyPr/>
                    <a:lstStyle/>
                    <a:p>
                      <a:pPr>
                        <a:buNone/>
                      </a:pPr>
                      <a:r>
                        <a:rPr lang="en-US"/>
                        <a:t>1150%</a:t>
                      </a:r>
                    </a:p>
                  </a:txBody>
                  <a:tcPr anchor="ctr">
                    <a:lnL>
                      <a:noFill/>
                    </a:lnL>
                    <a:lnR>
                      <a:noFill/>
                    </a:lnR>
                    <a:lnT>
                      <a:noFill/>
                    </a:lnT>
                    <a:lnB>
                      <a:noFill/>
                    </a:lnB>
                    <a:noFill/>
                  </a:tcPr>
                </a:tc>
                <a:extLst>
                  <a:ext uri="{0D108BD9-81ED-4DB2-BD59-A6C34878D82A}">
                    <a16:rowId xmlns:a16="http://schemas.microsoft.com/office/drawing/2014/main" val="2787008161"/>
                  </a:ext>
                </a:extLst>
              </a:tr>
              <a:tr h="0">
                <a:tc>
                  <a:txBody>
                    <a:bodyPr/>
                    <a:lstStyle/>
                    <a:p>
                      <a:pPr>
                        <a:buNone/>
                      </a:pPr>
                      <a:r>
                        <a:rPr lang="en-US"/>
                        <a:t>Compass Airlines</a:t>
                      </a:r>
                    </a:p>
                  </a:txBody>
                  <a:tcPr anchor="ctr">
                    <a:lnL>
                      <a:noFill/>
                    </a:lnL>
                    <a:lnR>
                      <a:noFill/>
                    </a:lnR>
                    <a:lnT>
                      <a:noFill/>
                    </a:lnT>
                    <a:lnB>
                      <a:noFill/>
                    </a:lnB>
                    <a:noFill/>
                  </a:tcPr>
                </a:tc>
                <a:tc>
                  <a:txBody>
                    <a:bodyPr/>
                    <a:lstStyle/>
                    <a:p>
                      <a:pPr>
                        <a:buNone/>
                      </a:pPr>
                      <a:r>
                        <a:rPr lang="en-US"/>
                        <a:t>2020-04</a:t>
                      </a:r>
                    </a:p>
                  </a:txBody>
                  <a:tcPr anchor="ctr">
                    <a:lnL>
                      <a:noFill/>
                    </a:lnL>
                    <a:lnR>
                      <a:noFill/>
                    </a:lnR>
                    <a:lnT>
                      <a:noFill/>
                    </a:lnT>
                    <a:lnB>
                      <a:noFill/>
                    </a:lnB>
                    <a:noFill/>
                  </a:tcPr>
                </a:tc>
                <a:tc>
                  <a:txBody>
                    <a:bodyPr/>
                    <a:lstStyle/>
                    <a:p>
                      <a:pPr>
                        <a:buNone/>
                      </a:pPr>
                      <a:r>
                        <a:rPr lang="en-US"/>
                        <a:t>2</a:t>
                      </a:r>
                    </a:p>
                  </a:txBody>
                  <a:tcPr anchor="ctr">
                    <a:lnL>
                      <a:noFill/>
                    </a:lnL>
                    <a:lnR>
                      <a:noFill/>
                    </a:lnR>
                    <a:lnT>
                      <a:noFill/>
                    </a:lnT>
                    <a:lnB>
                      <a:noFill/>
                    </a:lnB>
                    <a:noFill/>
                  </a:tcPr>
                </a:tc>
                <a:tc>
                  <a:txBody>
                    <a:bodyPr/>
                    <a:lstStyle/>
                    <a:p>
                      <a:pPr>
                        <a:buNone/>
                      </a:pPr>
                      <a:r>
                        <a:rPr lang="en-US"/>
                        <a:t>86.00</a:t>
                      </a:r>
                    </a:p>
                  </a:txBody>
                  <a:tcPr anchor="ctr">
                    <a:lnL>
                      <a:noFill/>
                    </a:lnL>
                    <a:lnR>
                      <a:noFill/>
                    </a:lnR>
                    <a:lnT>
                      <a:noFill/>
                    </a:lnT>
                    <a:lnB>
                      <a:noFill/>
                    </a:lnB>
                    <a:noFill/>
                  </a:tcPr>
                </a:tc>
                <a:tc>
                  <a:txBody>
                    <a:bodyPr/>
                    <a:lstStyle/>
                    <a:p>
                      <a:pPr>
                        <a:buNone/>
                      </a:pPr>
                      <a:r>
                        <a:rPr lang="en-US" dirty="0"/>
                        <a:t>4200%</a:t>
                      </a:r>
                    </a:p>
                  </a:txBody>
                  <a:tcPr anchor="ctr">
                    <a:lnL>
                      <a:noFill/>
                    </a:lnL>
                    <a:lnR>
                      <a:noFill/>
                    </a:lnR>
                    <a:lnT>
                      <a:noFill/>
                    </a:lnT>
                    <a:lnB>
                      <a:noFill/>
                    </a:lnB>
                    <a:noFill/>
                  </a:tcPr>
                </a:tc>
                <a:extLst>
                  <a:ext uri="{0D108BD9-81ED-4DB2-BD59-A6C34878D82A}">
                    <a16:rowId xmlns:a16="http://schemas.microsoft.com/office/drawing/2014/main" val="721212432"/>
                  </a:ext>
                </a:extLst>
              </a:tr>
            </a:tbl>
          </a:graphicData>
        </a:graphic>
      </p:graphicFrame>
      <p:sp>
        <p:nvSpPr>
          <p:cNvPr id="6" name="Rectangle 1">
            <a:extLst>
              <a:ext uri="{FF2B5EF4-FFF2-40B4-BE49-F238E27FC236}">
                <a16:creationId xmlns:a16="http://schemas.microsoft.com/office/drawing/2014/main" id="{4225AF10-8C75-9552-34FA-E8CA976DC0E1}"/>
              </a:ext>
            </a:extLst>
          </p:cNvPr>
          <p:cNvSpPr>
            <a:spLocks noChangeArrowheads="1"/>
          </p:cNvSpPr>
          <p:nvPr/>
        </p:nvSpPr>
        <p:spPr bwMode="auto">
          <a:xfrm>
            <a:off x="758646" y="1195417"/>
            <a:ext cx="1108406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2400" dirty="0"/>
              <a:t>We set the threshold at 30%. If the difference between actual and predicted values</a:t>
            </a:r>
          </a:p>
          <a:p>
            <a:r>
              <a:rPr lang="en-US" sz="2400" dirty="0"/>
              <a:t> exceeds that, it gets flagged as an </a:t>
            </a:r>
            <a:r>
              <a:rPr lang="en-US" sz="2400" dirty="0" err="1"/>
              <a:t>anomaly.We</a:t>
            </a:r>
            <a:r>
              <a:rPr lang="en-US" sz="2400" dirty="0"/>
              <a:t> detected 71 anomalies in total, </a:t>
            </a:r>
          </a:p>
          <a:p>
            <a:r>
              <a:rPr lang="en-US" sz="2400" dirty="0"/>
              <a:t>and many of them match up with real-world events: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58C6B2CC-287E-3862-B88E-A1FE093619ED}"/>
              </a:ext>
            </a:extLst>
          </p:cNvPr>
          <p:cNvSpPr txBox="1"/>
          <p:nvPr/>
        </p:nvSpPr>
        <p:spPr>
          <a:xfrm>
            <a:off x="758646" y="2575500"/>
            <a:ext cx="11239814" cy="1569660"/>
          </a:xfrm>
          <a:prstGeom prst="rect">
            <a:avLst/>
          </a:prstGeom>
          <a:noFill/>
        </p:spPr>
        <p:txBody>
          <a:bodyPr wrap="square">
            <a:spAutoFit/>
          </a:bodyPr>
          <a:lstStyle/>
          <a:p>
            <a:r>
              <a:rPr lang="en-US" sz="2400" dirty="0"/>
              <a:t>For example, Swissair dropped from 25 landings to just 2 in October 2001 because they went bankrupt that year. Compass Airlines had a huge drop in April 2020, clearly due to COVID-19. These anomalies aren't just noise — something actually happened</a:t>
            </a:r>
          </a:p>
        </p:txBody>
      </p:sp>
      <p:sp>
        <p:nvSpPr>
          <p:cNvPr id="12" name="TextBox 11">
            <a:extLst>
              <a:ext uri="{FF2B5EF4-FFF2-40B4-BE49-F238E27FC236}">
                <a16:creationId xmlns:a16="http://schemas.microsoft.com/office/drawing/2014/main" id="{54313DFD-D58A-31AF-B01D-C61E851AC31C}"/>
              </a:ext>
            </a:extLst>
          </p:cNvPr>
          <p:cNvSpPr txBox="1"/>
          <p:nvPr/>
        </p:nvSpPr>
        <p:spPr>
          <a:xfrm>
            <a:off x="758646" y="4247760"/>
            <a:ext cx="6100996"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Example Anomalies Detected:</a:t>
            </a:r>
          </a:p>
        </p:txBody>
      </p:sp>
    </p:spTree>
    <p:extLst>
      <p:ext uri="{BB962C8B-B14F-4D97-AF65-F5344CB8AC3E}">
        <p14:creationId xmlns:p14="http://schemas.microsoft.com/office/powerpoint/2010/main" val="26268333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ADA6F-C563-95BB-93A7-6B12DE7D96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FCAD0E-2A78-CF6E-85BE-28BD9A76DCCC}"/>
              </a:ext>
            </a:extLst>
          </p:cNvPr>
          <p:cNvSpPr>
            <a:spLocks noGrp="1"/>
          </p:cNvSpPr>
          <p:nvPr>
            <p:ph type="title"/>
          </p:nvPr>
        </p:nvSpPr>
        <p:spPr>
          <a:xfrm>
            <a:off x="773636" y="315532"/>
            <a:ext cx="10363201" cy="1629601"/>
          </a:xfrm>
        </p:spPr>
        <p:txBody>
          <a:bodyPr/>
          <a:lstStyle/>
          <a:p>
            <a:r>
              <a:rPr lang="en-US" altLang="zh-CN" dirty="0"/>
              <a:t>Output Products</a:t>
            </a:r>
            <a:endParaRPr lang="en-US" dirty="0"/>
          </a:p>
        </p:txBody>
      </p:sp>
      <p:sp>
        <p:nvSpPr>
          <p:cNvPr id="5" name="Slide Number Placeholder 4">
            <a:extLst>
              <a:ext uri="{FF2B5EF4-FFF2-40B4-BE49-F238E27FC236}">
                <a16:creationId xmlns:a16="http://schemas.microsoft.com/office/drawing/2014/main" id="{AE2B29BA-EC8B-C805-FC99-57F01EF5C762}"/>
              </a:ext>
            </a:extLst>
          </p:cNvPr>
          <p:cNvSpPr>
            <a:spLocks noGrp="1"/>
          </p:cNvSpPr>
          <p:nvPr>
            <p:ph type="sldNum" sz="quarter" idx="4"/>
          </p:nvPr>
        </p:nvSpPr>
        <p:spPr>
          <a:xfrm>
            <a:off x="914400" y="6246254"/>
            <a:ext cx="631065" cy="29621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5CEABB6-07DC-46E8-9B57-56EC44A396E5}" type="slidenum">
              <a:rPr kumimoji="0" lang="en-US" sz="1200" b="0" i="0" u="none" strike="noStrike" kern="1200" cap="none" spc="0" normalizeH="0" baseline="0" noProof="0" smtClean="0">
                <a:ln>
                  <a:noFill/>
                </a:ln>
                <a:solidFill>
                  <a:prstClr val="black"/>
                </a:solidFill>
                <a:effectLst/>
                <a:uLnTx/>
                <a:uFillTx/>
                <a:latin typeface="Tenorit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Tenorite"/>
              <a:ea typeface="+mn-ea"/>
              <a:cs typeface="+mn-cs"/>
            </a:endParaRPr>
          </a:p>
        </p:txBody>
      </p:sp>
      <p:sp>
        <p:nvSpPr>
          <p:cNvPr id="4" name="内容占位符 3">
            <a:extLst>
              <a:ext uri="{FF2B5EF4-FFF2-40B4-BE49-F238E27FC236}">
                <a16:creationId xmlns:a16="http://schemas.microsoft.com/office/drawing/2014/main" id="{F5F34FC8-490B-3F8B-D53E-2D6964FB8C77}"/>
              </a:ext>
            </a:extLst>
          </p:cNvPr>
          <p:cNvSpPr>
            <a:spLocks noGrp="1"/>
          </p:cNvSpPr>
          <p:nvPr>
            <p:ph sz="quarter" idx="10"/>
          </p:nvPr>
        </p:nvSpPr>
        <p:spPr>
          <a:xfrm>
            <a:off x="962527" y="1604210"/>
            <a:ext cx="6882062" cy="4642043"/>
          </a:xfrm>
        </p:spPr>
        <p:txBody>
          <a:bodyPr>
            <a:normAutofit/>
          </a:bodyPr>
          <a:lstStyle/>
          <a:p>
            <a:pPr>
              <a:buNone/>
            </a:pPr>
            <a:r>
              <a:rPr lang="en-US" altLang="zh-CN" dirty="0"/>
              <a:t>Two Final CSV Deliverables:</a:t>
            </a:r>
          </a:p>
          <a:p>
            <a:pPr>
              <a:buFont typeface="+mj-lt"/>
              <a:buAutoNum type="arabicPeriod"/>
            </a:pPr>
            <a:r>
              <a:rPr lang="en-US" altLang="zh-CN" b="1" dirty="0"/>
              <a:t>Forecast Output</a:t>
            </a:r>
            <a:endParaRPr lang="en-US" altLang="zh-CN" dirty="0"/>
          </a:p>
          <a:p>
            <a:pPr marL="742950" lvl="1" indent="-285750">
              <a:buFont typeface="+mj-lt"/>
              <a:buAutoNum type="arabicPeriod"/>
            </a:pPr>
            <a:r>
              <a:rPr lang="en-US" altLang="zh-CN" dirty="0"/>
              <a:t>output/forecasts.csv</a:t>
            </a:r>
          </a:p>
          <a:p>
            <a:pPr marL="742950" lvl="1" indent="-285750">
              <a:buFont typeface="+mj-lt"/>
              <a:buAutoNum type="arabicPeriod"/>
            </a:pPr>
            <a:r>
              <a:rPr lang="en-US" altLang="zh-CN" dirty="0"/>
              <a:t>Airline + Next period + Predicted landing + Weight</a:t>
            </a:r>
          </a:p>
          <a:p>
            <a:pPr>
              <a:buFont typeface="+mj-lt"/>
              <a:buAutoNum type="arabicPeriod"/>
            </a:pPr>
            <a:r>
              <a:rPr lang="en-US" altLang="zh-CN" b="1" dirty="0"/>
              <a:t>Anomaly Output</a:t>
            </a:r>
            <a:endParaRPr lang="en-US" altLang="zh-CN" dirty="0"/>
          </a:p>
          <a:p>
            <a:pPr marL="742950" lvl="1" indent="-285750">
              <a:buFont typeface="+mj-lt"/>
              <a:buAutoNum type="arabicPeriod"/>
            </a:pPr>
            <a:r>
              <a:rPr lang="en-US" altLang="zh-CN" dirty="0"/>
              <a:t>output/anomalies.csv</a:t>
            </a:r>
          </a:p>
          <a:p>
            <a:pPr marL="742950" lvl="1" indent="-285750">
              <a:buFont typeface="+mj-lt"/>
              <a:buAutoNum type="arabicPeriod"/>
            </a:pPr>
            <a:r>
              <a:rPr lang="en-US" altLang="zh-CN" dirty="0"/>
              <a:t>Airline + Period + Actual + Predicted + Deviation %</a:t>
            </a:r>
          </a:p>
          <a:p>
            <a:pPr lvl="1"/>
            <a:endParaRPr lang="en-US" altLang="zh-CN" dirty="0"/>
          </a:p>
          <a:p>
            <a:pPr marL="0" indent="0">
              <a:buNone/>
            </a:pPr>
            <a:endParaRPr lang="zh-CN" altLang="en-US" dirty="0"/>
          </a:p>
        </p:txBody>
      </p:sp>
    </p:spTree>
    <p:extLst>
      <p:ext uri="{BB962C8B-B14F-4D97-AF65-F5344CB8AC3E}">
        <p14:creationId xmlns:p14="http://schemas.microsoft.com/office/powerpoint/2010/main" val="19148878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CC4B3-9ECC-9F30-1D3A-12B0408984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AA9B17-32CB-04D4-4C30-4823A5BB7562}"/>
              </a:ext>
            </a:extLst>
          </p:cNvPr>
          <p:cNvSpPr>
            <a:spLocks noGrp="1"/>
          </p:cNvSpPr>
          <p:nvPr>
            <p:ph type="title"/>
          </p:nvPr>
        </p:nvSpPr>
        <p:spPr>
          <a:xfrm>
            <a:off x="773636" y="315532"/>
            <a:ext cx="10363201" cy="1629601"/>
          </a:xfrm>
        </p:spPr>
        <p:txBody>
          <a:bodyPr/>
          <a:lstStyle/>
          <a:p>
            <a:r>
              <a:rPr lang="en-US" dirty="0"/>
              <a:t>RESULTS SUMMARY</a:t>
            </a:r>
          </a:p>
        </p:txBody>
      </p:sp>
      <p:sp>
        <p:nvSpPr>
          <p:cNvPr id="5" name="Slide Number Placeholder 4">
            <a:extLst>
              <a:ext uri="{FF2B5EF4-FFF2-40B4-BE49-F238E27FC236}">
                <a16:creationId xmlns:a16="http://schemas.microsoft.com/office/drawing/2014/main" id="{AA51DEBE-4118-AB0E-BEA1-F1BB76DF7987}"/>
              </a:ext>
            </a:extLst>
          </p:cNvPr>
          <p:cNvSpPr>
            <a:spLocks noGrp="1"/>
          </p:cNvSpPr>
          <p:nvPr>
            <p:ph type="sldNum" sz="quarter" idx="4"/>
          </p:nvPr>
        </p:nvSpPr>
        <p:spPr>
          <a:xfrm>
            <a:off x="914400" y="6246254"/>
            <a:ext cx="631065" cy="29621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5CEABB6-07DC-46E8-9B57-56EC44A396E5}" type="slidenum">
              <a:rPr kumimoji="0" lang="en-US" sz="1200" b="0" i="0" u="none" strike="noStrike" kern="1200" cap="none" spc="0" normalizeH="0" baseline="0" noProof="0" smtClean="0">
                <a:ln>
                  <a:noFill/>
                </a:ln>
                <a:solidFill>
                  <a:prstClr val="black"/>
                </a:solidFill>
                <a:effectLst/>
                <a:uLnTx/>
                <a:uFillTx/>
                <a:latin typeface="Tenorit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Tenorite"/>
              <a:ea typeface="+mn-ea"/>
              <a:cs typeface="+mn-cs"/>
            </a:endParaRPr>
          </a:p>
        </p:txBody>
      </p:sp>
      <p:graphicFrame>
        <p:nvGraphicFramePr>
          <p:cNvPr id="3" name="Table 2">
            <a:extLst>
              <a:ext uri="{FF2B5EF4-FFF2-40B4-BE49-F238E27FC236}">
                <a16:creationId xmlns:a16="http://schemas.microsoft.com/office/drawing/2014/main" id="{CFE16286-BCB6-C7AD-4378-283209CA33FA}"/>
              </a:ext>
            </a:extLst>
          </p:cNvPr>
          <p:cNvGraphicFramePr>
            <a:graphicFrameLocks noGrp="1"/>
          </p:cNvGraphicFramePr>
          <p:nvPr>
            <p:extLst>
              <p:ext uri="{D42A27DB-BD31-4B8C-83A1-F6EECF244321}">
                <p14:modId xmlns:p14="http://schemas.microsoft.com/office/powerpoint/2010/main" val="67757165"/>
              </p:ext>
            </p:extLst>
          </p:nvPr>
        </p:nvGraphicFramePr>
        <p:xfrm>
          <a:off x="838200" y="2083549"/>
          <a:ext cx="10515600" cy="1828800"/>
        </p:xfrm>
        <a:graphic>
          <a:graphicData uri="http://schemas.openxmlformats.org/drawingml/2006/table">
            <a:tbl>
              <a:tblPr>
                <a:tableStyleId>{3C2FFA5D-87B4-456A-9821-1D502468CF0F}</a:tableStyleId>
              </a:tblPr>
              <a:tblGrid>
                <a:gridCol w="5257800">
                  <a:extLst>
                    <a:ext uri="{9D8B030D-6E8A-4147-A177-3AD203B41FA5}">
                      <a16:colId xmlns:a16="http://schemas.microsoft.com/office/drawing/2014/main" val="908536133"/>
                    </a:ext>
                  </a:extLst>
                </a:gridCol>
                <a:gridCol w="5257800">
                  <a:extLst>
                    <a:ext uri="{9D8B030D-6E8A-4147-A177-3AD203B41FA5}">
                      <a16:colId xmlns:a16="http://schemas.microsoft.com/office/drawing/2014/main" val="1934756757"/>
                    </a:ext>
                  </a:extLst>
                </a:gridCol>
              </a:tblGrid>
              <a:tr h="0">
                <a:tc>
                  <a:txBody>
                    <a:bodyPr/>
                    <a:lstStyle/>
                    <a:p>
                      <a:pPr>
                        <a:buNone/>
                      </a:pPr>
                      <a:r>
                        <a:rPr lang="en-US"/>
                        <a:t>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a:t>Result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79921802"/>
                  </a:ext>
                </a:extLst>
              </a:tr>
              <a:tr h="0">
                <a:tc>
                  <a:txBody>
                    <a:bodyPr/>
                    <a:lstStyle/>
                    <a:p>
                      <a:pPr>
                        <a:buNone/>
                      </a:pPr>
                      <a:r>
                        <a:rPr lang="en-US"/>
                        <a:t>Records Loaded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dirty="0"/>
                        <a:t>44,502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93625059"/>
                  </a:ext>
                </a:extLst>
              </a:tr>
              <a:tr h="0">
                <a:tc>
                  <a:txBody>
                    <a:bodyPr/>
                    <a:lstStyle/>
                    <a:p>
                      <a:pPr>
                        <a:buNone/>
                      </a:pPr>
                      <a:r>
                        <a:rPr lang="en-US"/>
                        <a:t>Monthly Aggregates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a:t>15,458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08788126"/>
                  </a:ext>
                </a:extLst>
              </a:tr>
              <a:tr h="0">
                <a:tc>
                  <a:txBody>
                    <a:bodyPr/>
                    <a:lstStyle/>
                    <a:p>
                      <a:pPr>
                        <a:buNone/>
                      </a:pPr>
                      <a:r>
                        <a:rPr lang="en-US" dirty="0"/>
                        <a:t>Airlines Analyzed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a:t>175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83624205"/>
                  </a:ext>
                </a:extLst>
              </a:tr>
              <a:tr h="0">
                <a:tc>
                  <a:txBody>
                    <a:bodyPr/>
                    <a:lstStyle/>
                    <a:p>
                      <a:pPr>
                        <a:buNone/>
                      </a:pPr>
                      <a:r>
                        <a:rPr lang="en-US" dirty="0"/>
                        <a:t>Processing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dirty="0"/>
                        <a:t>~1.5 seconds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42064930"/>
                  </a:ext>
                </a:extLst>
              </a:tr>
            </a:tbl>
          </a:graphicData>
        </a:graphic>
      </p:graphicFrame>
      <p:graphicFrame>
        <p:nvGraphicFramePr>
          <p:cNvPr id="6" name="Table 5">
            <a:extLst>
              <a:ext uri="{FF2B5EF4-FFF2-40B4-BE49-F238E27FC236}">
                <a16:creationId xmlns:a16="http://schemas.microsoft.com/office/drawing/2014/main" id="{3C089FD1-6E7D-2A3E-07BA-FE61CEEBA5CA}"/>
              </a:ext>
            </a:extLst>
          </p:cNvPr>
          <p:cNvGraphicFramePr>
            <a:graphicFrameLocks noGrp="1"/>
          </p:cNvGraphicFramePr>
          <p:nvPr>
            <p:extLst>
              <p:ext uri="{D42A27DB-BD31-4B8C-83A1-F6EECF244321}">
                <p14:modId xmlns:p14="http://schemas.microsoft.com/office/powerpoint/2010/main" val="3359057123"/>
              </p:ext>
            </p:extLst>
          </p:nvPr>
        </p:nvGraphicFramePr>
        <p:xfrm>
          <a:off x="914399" y="4416956"/>
          <a:ext cx="10515600" cy="1463040"/>
        </p:xfrm>
        <a:graphic>
          <a:graphicData uri="http://schemas.openxmlformats.org/drawingml/2006/table">
            <a:tbl>
              <a:tblPr/>
              <a:tblGrid>
                <a:gridCol w="5257800">
                  <a:extLst>
                    <a:ext uri="{9D8B030D-6E8A-4147-A177-3AD203B41FA5}">
                      <a16:colId xmlns:a16="http://schemas.microsoft.com/office/drawing/2014/main" val="2830958978"/>
                    </a:ext>
                  </a:extLst>
                </a:gridCol>
                <a:gridCol w="5257800">
                  <a:extLst>
                    <a:ext uri="{9D8B030D-6E8A-4147-A177-3AD203B41FA5}">
                      <a16:colId xmlns:a16="http://schemas.microsoft.com/office/drawing/2014/main" val="3051253457"/>
                    </a:ext>
                  </a:extLst>
                </a:gridCol>
              </a:tblGrid>
              <a:tr h="0">
                <a:tc>
                  <a:txBody>
                    <a:bodyPr/>
                    <a:lstStyle/>
                    <a:p>
                      <a:pPr>
                        <a:buNone/>
                      </a:pPr>
                      <a:r>
                        <a:rPr lang="en-US"/>
                        <a:t>Metric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Result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06494881"/>
                  </a:ext>
                </a:extLst>
              </a:tr>
              <a:tr h="0">
                <a:tc>
                  <a:txBody>
                    <a:bodyPr/>
                    <a:lstStyle/>
                    <a:p>
                      <a:pPr>
                        <a:buNone/>
                      </a:pPr>
                      <a:r>
                        <a:rPr lang="en-US"/>
                        <a:t>Baseline 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63.52%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5295"/>
                  </a:ext>
                </a:extLst>
              </a:tr>
              <a:tr h="0">
                <a:tc>
                  <a:txBody>
                    <a:bodyPr/>
                    <a:lstStyle/>
                    <a:p>
                      <a:pPr>
                        <a:buNone/>
                      </a:pPr>
                      <a:r>
                        <a:rPr lang="en-US"/>
                        <a:t>Anomalies Detected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104377"/>
                  </a:ext>
                </a:extLst>
              </a:tr>
              <a:tr h="0">
                <a:tc>
                  <a:txBody>
                    <a:bodyPr/>
                    <a:lstStyle/>
                    <a:p>
                      <a:pPr>
                        <a:buNone/>
                      </a:pPr>
                      <a:r>
                        <a:rPr lang="en-US" dirty="0"/>
                        <a:t>6-Month Forecasts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966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5367151"/>
                  </a:ext>
                </a:extLst>
              </a:tr>
            </a:tbl>
          </a:graphicData>
        </a:graphic>
      </p:graphicFrame>
      <p:sp>
        <p:nvSpPr>
          <p:cNvPr id="7" name="Rectangle 1">
            <a:extLst>
              <a:ext uri="{FF2B5EF4-FFF2-40B4-BE49-F238E27FC236}">
                <a16:creationId xmlns:a16="http://schemas.microsoft.com/office/drawing/2014/main" id="{236D868E-E78B-1B54-600B-97036D0E4B92}"/>
              </a:ext>
            </a:extLst>
          </p:cNvPr>
          <p:cNvSpPr>
            <a:spLocks noChangeArrowheads="1"/>
          </p:cNvSpPr>
          <p:nvPr/>
        </p:nvSpPr>
        <p:spPr bwMode="auto">
          <a:xfrm>
            <a:off x="593557" y="1666597"/>
            <a:ext cx="290335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Processing Performance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D720C29E-18A7-09AD-85A9-7D7EB3D0BC6D}"/>
              </a:ext>
            </a:extLst>
          </p:cNvPr>
          <p:cNvSpPr txBox="1"/>
          <p:nvPr/>
        </p:nvSpPr>
        <p:spPr>
          <a:xfrm>
            <a:off x="593557" y="4065686"/>
            <a:ext cx="610001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Analytics Output</a:t>
            </a:r>
          </a:p>
        </p:txBody>
      </p:sp>
    </p:spTree>
    <p:extLst>
      <p:ext uri="{BB962C8B-B14F-4D97-AF65-F5344CB8AC3E}">
        <p14:creationId xmlns:p14="http://schemas.microsoft.com/office/powerpoint/2010/main" val="25872816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C6AAE-4A59-C44D-675A-D1AEB927D5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06FB62-9D01-440C-4F46-35AB9A724D36}"/>
              </a:ext>
            </a:extLst>
          </p:cNvPr>
          <p:cNvSpPr>
            <a:spLocks noGrp="1"/>
          </p:cNvSpPr>
          <p:nvPr>
            <p:ph type="title"/>
          </p:nvPr>
        </p:nvSpPr>
        <p:spPr>
          <a:xfrm>
            <a:off x="477074" y="0"/>
            <a:ext cx="10363201" cy="1629601"/>
          </a:xfrm>
        </p:spPr>
        <p:txBody>
          <a:bodyPr/>
          <a:lstStyle/>
          <a:p>
            <a:r>
              <a:rPr lang="en-US" dirty="0"/>
              <a:t>Acceptance criteria</a:t>
            </a:r>
          </a:p>
        </p:txBody>
      </p:sp>
      <p:sp>
        <p:nvSpPr>
          <p:cNvPr id="5" name="Slide Number Placeholder 4">
            <a:extLst>
              <a:ext uri="{FF2B5EF4-FFF2-40B4-BE49-F238E27FC236}">
                <a16:creationId xmlns:a16="http://schemas.microsoft.com/office/drawing/2014/main" id="{95BE0BA4-1220-1B9E-C809-E31E01A46F75}"/>
              </a:ext>
            </a:extLst>
          </p:cNvPr>
          <p:cNvSpPr>
            <a:spLocks noGrp="1"/>
          </p:cNvSpPr>
          <p:nvPr>
            <p:ph type="sldNum" sz="quarter" idx="4"/>
          </p:nvPr>
        </p:nvSpPr>
        <p:spPr>
          <a:xfrm>
            <a:off x="914400" y="6246254"/>
            <a:ext cx="631065" cy="29621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5CEABB6-07DC-46E8-9B57-56EC44A396E5}" type="slidenum">
              <a:rPr kumimoji="0" lang="en-US" sz="1200" b="0" i="0" u="none" strike="noStrike" kern="1200" cap="none" spc="0" normalizeH="0" baseline="0" noProof="0" smtClean="0">
                <a:ln>
                  <a:noFill/>
                </a:ln>
                <a:solidFill>
                  <a:prstClr val="black"/>
                </a:solidFill>
                <a:effectLst/>
                <a:uLnTx/>
                <a:uFillTx/>
                <a:latin typeface="Tenorit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Tenorite"/>
              <a:ea typeface="+mn-ea"/>
              <a:cs typeface="+mn-cs"/>
            </a:endParaRPr>
          </a:p>
        </p:txBody>
      </p:sp>
      <p:sp>
        <p:nvSpPr>
          <p:cNvPr id="4" name="内容占位符 3">
            <a:extLst>
              <a:ext uri="{FF2B5EF4-FFF2-40B4-BE49-F238E27FC236}">
                <a16:creationId xmlns:a16="http://schemas.microsoft.com/office/drawing/2014/main" id="{0FF687BA-3A09-741C-3B7E-1364C5A0B42B}"/>
              </a:ext>
            </a:extLst>
          </p:cNvPr>
          <p:cNvSpPr>
            <a:spLocks noGrp="1"/>
          </p:cNvSpPr>
          <p:nvPr>
            <p:ph sz="quarter" idx="10"/>
          </p:nvPr>
        </p:nvSpPr>
        <p:spPr>
          <a:xfrm>
            <a:off x="2021306" y="1954426"/>
            <a:ext cx="6882062" cy="4642043"/>
          </a:xfrm>
        </p:spPr>
        <p:txBody>
          <a:bodyPr>
            <a:normAutofit/>
          </a:bodyPr>
          <a:lstStyle/>
          <a:p>
            <a:pPr marL="457200" lvl="1" indent="0">
              <a:buNone/>
            </a:pPr>
            <a:endParaRPr lang="en-US" altLang="zh-CN"/>
          </a:p>
          <a:p>
            <a:pPr marL="0" indent="0">
              <a:buNone/>
            </a:pPr>
            <a:endParaRPr lang="zh-CN" altLang="en-US" dirty="0"/>
          </a:p>
        </p:txBody>
      </p:sp>
      <p:sp>
        <p:nvSpPr>
          <p:cNvPr id="7" name="文本框 6">
            <a:extLst>
              <a:ext uri="{FF2B5EF4-FFF2-40B4-BE49-F238E27FC236}">
                <a16:creationId xmlns:a16="http://schemas.microsoft.com/office/drawing/2014/main" id="{76F027F9-F105-16FE-9608-41DB2969E96E}"/>
              </a:ext>
            </a:extLst>
          </p:cNvPr>
          <p:cNvSpPr txBox="1"/>
          <p:nvPr/>
        </p:nvSpPr>
        <p:spPr>
          <a:xfrm>
            <a:off x="773636" y="1628878"/>
            <a:ext cx="8903369" cy="377026"/>
          </a:xfrm>
          <a:prstGeom prst="rect">
            <a:avLst/>
          </a:prstGeom>
          <a:noFill/>
        </p:spPr>
        <p:txBody>
          <a:bodyPr wrap="square">
            <a:spAutoFit/>
          </a:bodyPr>
          <a:lstStyle/>
          <a:p>
            <a:pPr>
              <a:lnSpc>
                <a:spcPct val="90000"/>
              </a:lnSpc>
              <a:spcAft>
                <a:spcPts val="1200"/>
              </a:spcAft>
              <a:buFont typeface="Arial" panose="020B0604020202020204" pitchFamily="34" charset="0"/>
              <a:buNone/>
            </a:pPr>
            <a:endParaRPr lang="en-US" altLang="zh-CN" sz="2000" dirty="0"/>
          </a:p>
        </p:txBody>
      </p:sp>
      <p:pic>
        <p:nvPicPr>
          <p:cNvPr id="3" name="Picture 2">
            <a:extLst>
              <a:ext uri="{FF2B5EF4-FFF2-40B4-BE49-F238E27FC236}">
                <a16:creationId xmlns:a16="http://schemas.microsoft.com/office/drawing/2014/main" id="{0BE1BD54-897F-47FA-4A0C-E19587252FD1}"/>
              </a:ext>
            </a:extLst>
          </p:cNvPr>
          <p:cNvPicPr>
            <a:picLocks noChangeAspect="1"/>
          </p:cNvPicPr>
          <p:nvPr/>
        </p:nvPicPr>
        <p:blipFill>
          <a:blip r:embed="rId3"/>
          <a:stretch>
            <a:fillRect/>
          </a:stretch>
        </p:blipFill>
        <p:spPr>
          <a:xfrm>
            <a:off x="3250805" y="1198969"/>
            <a:ext cx="6426200" cy="5397500"/>
          </a:xfrm>
          <a:prstGeom prst="rect">
            <a:avLst/>
          </a:prstGeom>
        </p:spPr>
      </p:pic>
    </p:spTree>
    <p:extLst>
      <p:ext uri="{BB962C8B-B14F-4D97-AF65-F5344CB8AC3E}">
        <p14:creationId xmlns:p14="http://schemas.microsoft.com/office/powerpoint/2010/main" val="33139386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97363-83B4-7354-A685-C47EB2C943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8E0910-8D7F-F92C-7917-EF96D9A29A5B}"/>
              </a:ext>
            </a:extLst>
          </p:cNvPr>
          <p:cNvSpPr>
            <a:spLocks noGrp="1"/>
          </p:cNvSpPr>
          <p:nvPr>
            <p:ph type="title"/>
          </p:nvPr>
        </p:nvSpPr>
        <p:spPr>
          <a:xfrm>
            <a:off x="773636" y="315532"/>
            <a:ext cx="10363201" cy="1629601"/>
          </a:xfrm>
        </p:spPr>
        <p:txBody>
          <a:bodyPr/>
          <a:lstStyle/>
          <a:p>
            <a:r>
              <a:rPr lang="en-US" altLang="zh-CN" dirty="0"/>
              <a:t>Testing</a:t>
            </a:r>
            <a:endParaRPr lang="en-US" dirty="0"/>
          </a:p>
        </p:txBody>
      </p:sp>
      <p:sp>
        <p:nvSpPr>
          <p:cNvPr id="5" name="Slide Number Placeholder 4">
            <a:extLst>
              <a:ext uri="{FF2B5EF4-FFF2-40B4-BE49-F238E27FC236}">
                <a16:creationId xmlns:a16="http://schemas.microsoft.com/office/drawing/2014/main" id="{340F7036-80F9-5CC5-54E2-405F6C751DF5}"/>
              </a:ext>
            </a:extLst>
          </p:cNvPr>
          <p:cNvSpPr>
            <a:spLocks noGrp="1"/>
          </p:cNvSpPr>
          <p:nvPr>
            <p:ph type="sldNum" sz="quarter" idx="4"/>
          </p:nvPr>
        </p:nvSpPr>
        <p:spPr>
          <a:xfrm>
            <a:off x="914400" y="6246254"/>
            <a:ext cx="631065" cy="29621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5CEABB6-07DC-46E8-9B57-56EC44A396E5}" type="slidenum">
              <a:rPr kumimoji="0" lang="en-US" sz="1200" b="0" i="0" u="none" strike="noStrike" kern="1200" cap="none" spc="0" normalizeH="0" baseline="0" noProof="0" smtClean="0">
                <a:ln>
                  <a:noFill/>
                </a:ln>
                <a:solidFill>
                  <a:prstClr val="black"/>
                </a:solidFill>
                <a:effectLst/>
                <a:uLnTx/>
                <a:uFillTx/>
                <a:latin typeface="Tenorit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Tenorite"/>
              <a:ea typeface="+mn-ea"/>
              <a:cs typeface="+mn-cs"/>
            </a:endParaRPr>
          </a:p>
        </p:txBody>
      </p:sp>
      <p:sp>
        <p:nvSpPr>
          <p:cNvPr id="4" name="内容占位符 3">
            <a:extLst>
              <a:ext uri="{FF2B5EF4-FFF2-40B4-BE49-F238E27FC236}">
                <a16:creationId xmlns:a16="http://schemas.microsoft.com/office/drawing/2014/main" id="{EFE2A2D8-3F2C-B86D-8A35-4E11E68AF5E8}"/>
              </a:ext>
            </a:extLst>
          </p:cNvPr>
          <p:cNvSpPr>
            <a:spLocks noGrp="1"/>
          </p:cNvSpPr>
          <p:nvPr>
            <p:ph sz="quarter" idx="10"/>
          </p:nvPr>
        </p:nvSpPr>
        <p:spPr>
          <a:xfrm>
            <a:off x="2021306" y="1954426"/>
            <a:ext cx="6882062" cy="4642043"/>
          </a:xfrm>
        </p:spPr>
        <p:txBody>
          <a:bodyPr>
            <a:normAutofit/>
          </a:bodyPr>
          <a:lstStyle/>
          <a:p>
            <a:pPr marL="457200" lvl="1" indent="0">
              <a:buNone/>
            </a:pPr>
            <a:endParaRPr lang="en-US" altLang="zh-CN"/>
          </a:p>
          <a:p>
            <a:pPr marL="0" indent="0">
              <a:buNone/>
            </a:pPr>
            <a:endParaRPr lang="zh-CN" altLang="en-US" dirty="0"/>
          </a:p>
        </p:txBody>
      </p:sp>
      <p:sp>
        <p:nvSpPr>
          <p:cNvPr id="7" name="文本框 6">
            <a:extLst>
              <a:ext uri="{FF2B5EF4-FFF2-40B4-BE49-F238E27FC236}">
                <a16:creationId xmlns:a16="http://schemas.microsoft.com/office/drawing/2014/main" id="{8A590EA5-C674-6117-56C9-16DB52FAA8F5}"/>
              </a:ext>
            </a:extLst>
          </p:cNvPr>
          <p:cNvSpPr txBox="1"/>
          <p:nvPr/>
        </p:nvSpPr>
        <p:spPr>
          <a:xfrm>
            <a:off x="773636" y="1628878"/>
            <a:ext cx="8903369" cy="377026"/>
          </a:xfrm>
          <a:prstGeom prst="rect">
            <a:avLst/>
          </a:prstGeom>
          <a:noFill/>
        </p:spPr>
        <p:txBody>
          <a:bodyPr wrap="square">
            <a:spAutoFit/>
          </a:bodyPr>
          <a:lstStyle/>
          <a:p>
            <a:pPr>
              <a:lnSpc>
                <a:spcPct val="90000"/>
              </a:lnSpc>
              <a:spcAft>
                <a:spcPts val="1200"/>
              </a:spcAft>
              <a:buFont typeface="Arial" panose="020B0604020202020204" pitchFamily="34" charset="0"/>
              <a:buNone/>
            </a:pPr>
            <a:endParaRPr lang="en-US" altLang="zh-CN" sz="2000" dirty="0"/>
          </a:p>
        </p:txBody>
      </p:sp>
      <p:pic>
        <p:nvPicPr>
          <p:cNvPr id="6" name="Picture 5">
            <a:extLst>
              <a:ext uri="{FF2B5EF4-FFF2-40B4-BE49-F238E27FC236}">
                <a16:creationId xmlns:a16="http://schemas.microsoft.com/office/drawing/2014/main" id="{B11A9164-49C6-D238-15C3-AC156C8B4A19}"/>
              </a:ext>
            </a:extLst>
          </p:cNvPr>
          <p:cNvPicPr>
            <a:picLocks noChangeAspect="1"/>
          </p:cNvPicPr>
          <p:nvPr/>
        </p:nvPicPr>
        <p:blipFill>
          <a:blip r:embed="rId3"/>
          <a:stretch>
            <a:fillRect/>
          </a:stretch>
        </p:blipFill>
        <p:spPr>
          <a:xfrm>
            <a:off x="2109364" y="1564230"/>
            <a:ext cx="9757389" cy="4682024"/>
          </a:xfrm>
          <a:prstGeom prst="rect">
            <a:avLst/>
          </a:prstGeom>
        </p:spPr>
      </p:pic>
    </p:spTree>
    <p:extLst>
      <p:ext uri="{BB962C8B-B14F-4D97-AF65-F5344CB8AC3E}">
        <p14:creationId xmlns:p14="http://schemas.microsoft.com/office/powerpoint/2010/main" val="27783536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B5450-76CF-4554-F5CB-09BEA3E2E7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D25756-CA29-88FA-A845-A8CBE9282193}"/>
              </a:ext>
            </a:extLst>
          </p:cNvPr>
          <p:cNvSpPr>
            <a:spLocks noGrp="1"/>
          </p:cNvSpPr>
          <p:nvPr>
            <p:ph type="title"/>
          </p:nvPr>
        </p:nvSpPr>
        <p:spPr>
          <a:xfrm>
            <a:off x="773636" y="315532"/>
            <a:ext cx="10363201" cy="1629601"/>
          </a:xfrm>
        </p:spPr>
        <p:txBody>
          <a:bodyPr/>
          <a:lstStyle/>
          <a:p>
            <a:r>
              <a:rPr lang="en-US" dirty="0"/>
              <a:t>USE CASES</a:t>
            </a:r>
          </a:p>
        </p:txBody>
      </p:sp>
      <p:sp>
        <p:nvSpPr>
          <p:cNvPr id="5" name="Slide Number Placeholder 4">
            <a:extLst>
              <a:ext uri="{FF2B5EF4-FFF2-40B4-BE49-F238E27FC236}">
                <a16:creationId xmlns:a16="http://schemas.microsoft.com/office/drawing/2014/main" id="{137D4E91-074F-AF15-A7B1-8177E1265054}"/>
              </a:ext>
            </a:extLst>
          </p:cNvPr>
          <p:cNvSpPr>
            <a:spLocks noGrp="1"/>
          </p:cNvSpPr>
          <p:nvPr>
            <p:ph type="sldNum" sz="quarter" idx="4"/>
          </p:nvPr>
        </p:nvSpPr>
        <p:spPr>
          <a:xfrm>
            <a:off x="914400" y="6246254"/>
            <a:ext cx="631065" cy="29621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5CEABB6-07DC-46E8-9B57-56EC44A396E5}" type="slidenum">
              <a:rPr kumimoji="0" lang="en-US" sz="1200" b="0" i="0" u="none" strike="noStrike" kern="1200" cap="none" spc="0" normalizeH="0" baseline="0" noProof="0" smtClean="0">
                <a:ln>
                  <a:noFill/>
                </a:ln>
                <a:solidFill>
                  <a:prstClr val="black"/>
                </a:solidFill>
                <a:effectLst/>
                <a:uLnTx/>
                <a:uFillTx/>
                <a:latin typeface="Tenorit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Tenorite"/>
              <a:ea typeface="+mn-ea"/>
              <a:cs typeface="+mn-cs"/>
            </a:endParaRPr>
          </a:p>
        </p:txBody>
      </p:sp>
      <p:sp>
        <p:nvSpPr>
          <p:cNvPr id="4" name="内容占位符 3">
            <a:extLst>
              <a:ext uri="{FF2B5EF4-FFF2-40B4-BE49-F238E27FC236}">
                <a16:creationId xmlns:a16="http://schemas.microsoft.com/office/drawing/2014/main" id="{7DBE86E2-C222-0830-FCD4-D6F1FE7E5E2F}"/>
              </a:ext>
            </a:extLst>
          </p:cNvPr>
          <p:cNvSpPr>
            <a:spLocks noGrp="1"/>
          </p:cNvSpPr>
          <p:nvPr>
            <p:ph sz="quarter" idx="10"/>
          </p:nvPr>
        </p:nvSpPr>
        <p:spPr>
          <a:xfrm>
            <a:off x="2021306" y="1954426"/>
            <a:ext cx="6882062" cy="4642043"/>
          </a:xfrm>
        </p:spPr>
        <p:txBody>
          <a:bodyPr>
            <a:normAutofit/>
          </a:bodyPr>
          <a:lstStyle/>
          <a:p>
            <a:pPr marL="457200" lvl="1" indent="0">
              <a:buNone/>
            </a:pPr>
            <a:endParaRPr lang="en-US" altLang="zh-CN" dirty="0"/>
          </a:p>
          <a:p>
            <a:pPr marL="0" indent="0">
              <a:buNone/>
            </a:pPr>
            <a:endParaRPr lang="zh-CN" altLang="en-US" dirty="0"/>
          </a:p>
        </p:txBody>
      </p:sp>
      <p:sp>
        <p:nvSpPr>
          <p:cNvPr id="8" name="TextBox 7">
            <a:extLst>
              <a:ext uri="{FF2B5EF4-FFF2-40B4-BE49-F238E27FC236}">
                <a16:creationId xmlns:a16="http://schemas.microsoft.com/office/drawing/2014/main" id="{59DCCFCC-2618-8350-243A-AA8B641DD6AC}"/>
              </a:ext>
            </a:extLst>
          </p:cNvPr>
          <p:cNvSpPr txBox="1"/>
          <p:nvPr/>
        </p:nvSpPr>
        <p:spPr>
          <a:xfrm>
            <a:off x="914400" y="1775064"/>
            <a:ext cx="8638674" cy="3824124"/>
          </a:xfrm>
          <a:prstGeom prst="rect">
            <a:avLst/>
          </a:prstGeom>
          <a:noFill/>
        </p:spPr>
        <p:txBody>
          <a:bodyPr wrap="square">
            <a:spAutoFit/>
          </a:bodyPr>
          <a:lstStyle/>
          <a:p>
            <a:pPr>
              <a:lnSpc>
                <a:spcPct val="90000"/>
              </a:lnSpc>
              <a:spcAft>
                <a:spcPts val="1200"/>
              </a:spcAft>
              <a:buFont typeface="Arial" panose="020B0604020202020204" pitchFamily="34" charset="0"/>
              <a:buNone/>
            </a:pPr>
            <a:r>
              <a:rPr lang="en-US" sz="2000" b="1" dirty="0"/>
              <a:t>Airport Operations</a:t>
            </a:r>
          </a:p>
          <a:p>
            <a:pPr marL="228600" indent="-228600">
              <a:lnSpc>
                <a:spcPct val="90000"/>
              </a:lnSpc>
              <a:spcAft>
                <a:spcPts val="1200"/>
              </a:spcAft>
              <a:buFont typeface="Arial" panose="020B0604020202020204" pitchFamily="34" charset="0"/>
              <a:buChar char="•"/>
            </a:pPr>
            <a:r>
              <a:rPr lang="en-US" sz="2000" dirty="0"/>
              <a:t>Predict landing volumes for resource planning</a:t>
            </a:r>
          </a:p>
          <a:p>
            <a:pPr marL="228600" indent="-228600">
              <a:lnSpc>
                <a:spcPct val="90000"/>
              </a:lnSpc>
              <a:spcAft>
                <a:spcPts val="1200"/>
              </a:spcAft>
              <a:buFont typeface="Arial" panose="020B0604020202020204" pitchFamily="34" charset="0"/>
              <a:buChar char="•"/>
            </a:pPr>
            <a:r>
              <a:rPr lang="en-US" sz="2000" dirty="0"/>
              <a:t>Detect unusual traffic patterns early</a:t>
            </a:r>
          </a:p>
          <a:p>
            <a:pPr>
              <a:lnSpc>
                <a:spcPct val="90000"/>
              </a:lnSpc>
              <a:spcAft>
                <a:spcPts val="1200"/>
              </a:spcAft>
              <a:buFont typeface="Arial" panose="020B0604020202020204" pitchFamily="34" charset="0"/>
              <a:buNone/>
            </a:pPr>
            <a:r>
              <a:rPr lang="en-US" sz="2000" b="1" dirty="0"/>
              <a:t>Airline Analysis</a:t>
            </a:r>
          </a:p>
          <a:p>
            <a:pPr marL="228600" indent="-228600">
              <a:lnSpc>
                <a:spcPct val="90000"/>
              </a:lnSpc>
              <a:spcAft>
                <a:spcPts val="1200"/>
              </a:spcAft>
              <a:buFont typeface="Arial" panose="020B0604020202020204" pitchFamily="34" charset="0"/>
              <a:buChar char="•"/>
            </a:pPr>
            <a:r>
              <a:rPr lang="en-US" sz="2000" dirty="0"/>
              <a:t>Track historical landing trends</a:t>
            </a:r>
          </a:p>
          <a:p>
            <a:pPr marL="228600" indent="-228600">
              <a:lnSpc>
                <a:spcPct val="90000"/>
              </a:lnSpc>
              <a:spcAft>
                <a:spcPts val="1200"/>
              </a:spcAft>
              <a:buFont typeface="Arial" panose="020B0604020202020204" pitchFamily="34" charset="0"/>
              <a:buChar char="•"/>
            </a:pPr>
            <a:r>
              <a:rPr lang="en-US" sz="2000" dirty="0"/>
              <a:t>Identify airlines with volatile operations</a:t>
            </a:r>
          </a:p>
          <a:p>
            <a:pPr>
              <a:lnSpc>
                <a:spcPct val="90000"/>
              </a:lnSpc>
              <a:spcAft>
                <a:spcPts val="1200"/>
              </a:spcAft>
              <a:buFont typeface="Arial" panose="020B0604020202020204" pitchFamily="34" charset="0"/>
              <a:buNone/>
            </a:pPr>
            <a:r>
              <a:rPr lang="en-US" sz="2000" b="1" dirty="0"/>
              <a:t>Anomaly Investigation</a:t>
            </a:r>
          </a:p>
          <a:p>
            <a:pPr marL="228600" indent="-228600">
              <a:lnSpc>
                <a:spcPct val="90000"/>
              </a:lnSpc>
              <a:spcAft>
                <a:spcPts val="1200"/>
              </a:spcAft>
              <a:buFont typeface="Arial" panose="020B0604020202020204" pitchFamily="34" charset="0"/>
              <a:buChar char="•"/>
            </a:pPr>
            <a:r>
              <a:rPr lang="en-US" sz="2000" dirty="0"/>
              <a:t>Flag significant deviations from expected patterns</a:t>
            </a:r>
          </a:p>
          <a:p>
            <a:pPr marL="228600" indent="-228600">
              <a:lnSpc>
                <a:spcPct val="90000"/>
              </a:lnSpc>
              <a:spcAft>
                <a:spcPts val="1200"/>
              </a:spcAft>
              <a:buFont typeface="Arial" panose="020B0604020202020204" pitchFamily="34" charset="0"/>
              <a:buChar char="•"/>
            </a:pPr>
            <a:r>
              <a:rPr lang="en-US" sz="2000" dirty="0"/>
              <a:t>Correlate with external events</a:t>
            </a:r>
          </a:p>
        </p:txBody>
      </p:sp>
    </p:spTree>
    <p:extLst>
      <p:ext uri="{BB962C8B-B14F-4D97-AF65-F5344CB8AC3E}">
        <p14:creationId xmlns:p14="http://schemas.microsoft.com/office/powerpoint/2010/main" val="18287514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77B52831-0916-294C-0ACB-9774B9805D9B}"/>
              </a:ext>
              <a:ext uri="{C183D7F6-B498-43B3-948B-1728B52AA6E4}">
                <adec:decorative xmlns:adec="http://schemas.microsoft.com/office/drawing/2017/decorative" val="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4151" r="18577"/>
          <a:stretch/>
        </p:blipFill>
        <p:spPr>
          <a:xfrm flipH="1">
            <a:off x="0" y="0"/>
            <a:ext cx="5181600" cy="6858000"/>
          </a:xfrm>
          <a:prstGeom prst="rect">
            <a:avLst/>
          </a:prstGeom>
        </p:spPr>
      </p:pic>
      <p:sp>
        <p:nvSpPr>
          <p:cNvPr id="7" name="Title 6">
            <a:extLst>
              <a:ext uri="{FF2B5EF4-FFF2-40B4-BE49-F238E27FC236}">
                <a16:creationId xmlns:a16="http://schemas.microsoft.com/office/drawing/2014/main" id="{E82E216E-9EE0-9D3F-D692-083F575A3D04}"/>
              </a:ext>
            </a:extLst>
          </p:cNvPr>
          <p:cNvSpPr>
            <a:spLocks noGrp="1"/>
          </p:cNvSpPr>
          <p:nvPr>
            <p:ph type="title"/>
          </p:nvPr>
        </p:nvSpPr>
        <p:spPr>
          <a:xfrm>
            <a:off x="5802757" y="-195984"/>
            <a:ext cx="5057104" cy="3624984"/>
          </a:xfrm>
        </p:spPr>
        <p:txBody>
          <a:bodyPr/>
          <a:lstStyle/>
          <a:p>
            <a:r>
              <a:rPr lang="en-US" dirty="0"/>
              <a:t>Thank you</a:t>
            </a:r>
          </a:p>
        </p:txBody>
      </p:sp>
      <p:sp>
        <p:nvSpPr>
          <p:cNvPr id="10" name="Content Placeholder 9">
            <a:extLst>
              <a:ext uri="{FF2B5EF4-FFF2-40B4-BE49-F238E27FC236}">
                <a16:creationId xmlns:a16="http://schemas.microsoft.com/office/drawing/2014/main" id="{1F398FDD-E639-CF6A-B875-443655F2B31B}"/>
              </a:ext>
            </a:extLst>
          </p:cNvPr>
          <p:cNvSpPr>
            <a:spLocks noGrp="1"/>
          </p:cNvSpPr>
          <p:nvPr>
            <p:ph idx="1"/>
          </p:nvPr>
        </p:nvSpPr>
        <p:spPr>
          <a:xfrm>
            <a:off x="6096000" y="3715789"/>
            <a:ext cx="5057103" cy="2519363"/>
          </a:xfrm>
        </p:spPr>
        <p:txBody>
          <a:bodyPr vert="horz" lIns="91440" tIns="45720" rIns="91440" bIns="45720" rtlCol="0" anchor="t">
            <a:normAutofit/>
          </a:bodyPr>
          <a:lstStyle/>
          <a:p>
            <a:r>
              <a:rPr lang="en-US" dirty="0"/>
              <a:t>Rakshith Narayanaswamy</a:t>
            </a:r>
          </a:p>
          <a:p>
            <a:r>
              <a:rPr lang="en-US" dirty="0"/>
              <a:t>Ziming Liang</a:t>
            </a:r>
          </a:p>
        </p:txBody>
      </p:sp>
    </p:spTree>
    <p:extLst>
      <p:ext uri="{BB962C8B-B14F-4D97-AF65-F5344CB8AC3E}">
        <p14:creationId xmlns:p14="http://schemas.microsoft.com/office/powerpoint/2010/main" val="769932640"/>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22318419_win32_SL_V9" id="{8502042B-488E-4F33-AD20-77B40A1BC1AA}" vid="{A90C26AF-23CA-48C5-BFF9-84DC7B1C91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68EFD9E-464D-4A64-8503-21EC02601551}">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7B53FD5-8F3E-4406-8404-9F78B5E6376E}">
  <ds:schemaRefs>
    <ds:schemaRef ds:uri="http://purl.org/dc/dcmitype/"/>
    <ds:schemaRef ds:uri="http://www.w3.org/XML/1998/namespace"/>
    <ds:schemaRef ds:uri="http://schemas.microsoft.com/office/2006/metadata/properties"/>
    <ds:schemaRef ds:uri="230e9df3-be65-4c73-a93b-d1236ebd677e"/>
    <ds:schemaRef ds:uri="http://schemas.microsoft.com/sharepoint/v3"/>
    <ds:schemaRef ds:uri="16c05727-aa75-4e4a-9b5f-8a80a1165891"/>
    <ds:schemaRef ds:uri="http://schemas.microsoft.com/office/2006/documentManagement/types"/>
    <ds:schemaRef ds:uri="71af3243-3dd4-4a8d-8c0d-dd76da1f02a5"/>
    <ds:schemaRef ds:uri="http://purl.org/dc/elements/1.1/"/>
    <ds:schemaRef ds:uri="http://schemas.microsoft.com/office/infopath/2007/PartnerControls"/>
    <ds:schemaRef ds:uri="http://schemas.openxmlformats.org/package/2006/metadata/core-properties"/>
    <ds:schemaRef ds:uri="http://purl.org/dc/terms/"/>
  </ds:schemaRefs>
</ds:datastoreItem>
</file>

<file path=customXml/itemProps3.xml><?xml version="1.0" encoding="utf-8"?>
<ds:datastoreItem xmlns:ds="http://schemas.openxmlformats.org/officeDocument/2006/customXml" ds:itemID="{B133F63F-9110-40E7-9727-485934F41506}">
  <ds:schemaRefs>
    <ds:schemaRef ds:uri="http://schemas.microsoft.com/sharepoint/v3/contenttype/forms"/>
  </ds:schemaRefs>
</ds:datastoreItem>
</file>

<file path=docMetadata/LabelInfo.xml><?xml version="1.0" encoding="utf-8"?>
<clbl:labelList xmlns:clbl="http://schemas.microsoft.com/office/2020/mipLabelMetadata">
  <clbl:label id="{a8eec281-aaa3-4dae-ac9b-9a398b9215e7}" enabled="0" method="" siteId="{a8eec281-aaa3-4dae-ac9b-9a398b9215e7}" removed="1"/>
</clbl:labelList>
</file>

<file path=docProps/app.xml><?xml version="1.0" encoding="utf-8"?>
<Properties xmlns="http://schemas.openxmlformats.org/officeDocument/2006/extended-properties" xmlns:vt="http://schemas.openxmlformats.org/officeDocument/2006/docPropsVTypes">
  <Template>TM16401371[[fn=Atlas]]</Template>
  <TotalTime>764</TotalTime>
  <Words>1605</Words>
  <Application>Microsoft Macintosh PowerPoint</Application>
  <PresentationFormat>Widescreen</PresentationFormat>
  <Paragraphs>263</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Tenorite</vt:lpstr>
      <vt:lpstr>Custom</vt:lpstr>
      <vt:lpstr>Air Traffic Landing Analytics &amp; Anomaly Detection System</vt:lpstr>
      <vt:lpstr>Project Idea</vt:lpstr>
      <vt:lpstr>Data Source</vt:lpstr>
      <vt:lpstr>MILESTONES</vt:lpstr>
      <vt:lpstr>What We Programmed in Scala</vt:lpstr>
      <vt:lpstr>Tech stack</vt:lpstr>
      <vt:lpstr>PowerPoint Presentation</vt:lpstr>
      <vt:lpstr>PowerPoint Presentation</vt:lpstr>
      <vt:lpstr>Methodology—Data Cleaning</vt:lpstr>
      <vt:lpstr>Core Data Model</vt:lpstr>
      <vt:lpstr>Methodolog—Core Analytics Pipeline</vt:lpstr>
      <vt:lpstr>Time-Series Forecasting Models</vt:lpstr>
      <vt:lpstr>Actor-Based Reactive Architecture  System implemented using Akka Typed Actors</vt:lpstr>
      <vt:lpstr>Real-Time Anomaly Handling</vt:lpstr>
      <vt:lpstr>ANOMALY DETECTION</vt:lpstr>
      <vt:lpstr>Output Products</vt:lpstr>
      <vt:lpstr>RESULTS SUMMARY</vt:lpstr>
      <vt:lpstr>Acceptance criteria</vt:lpstr>
      <vt:lpstr>Testing</vt:lpstr>
      <vt:lpstr>USE CASES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Pitch deck</dc:title>
  <dc:creator/>
  <cp:lastModifiedBy>Ziming Liang</cp:lastModifiedBy>
  <cp:revision>8</cp:revision>
  <dcterms:created xsi:type="dcterms:W3CDTF">2024-03-14T19:01:20Z</dcterms:created>
  <dcterms:modified xsi:type="dcterms:W3CDTF">2025-12-08T15:10:43Z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